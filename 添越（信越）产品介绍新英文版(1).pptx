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12" r:id="rId3"/>
    <p:sldId id="580" r:id="rId5"/>
    <p:sldId id="638" r:id="rId6"/>
    <p:sldId id="640" r:id="rId7"/>
    <p:sldId id="639" r:id="rId8"/>
    <p:sldId id="480" r:id="rId9"/>
    <p:sldId id="617" r:id="rId10"/>
    <p:sldId id="585" r:id="rId11"/>
    <p:sldId id="618" r:id="rId12"/>
    <p:sldId id="586" r:id="rId13"/>
    <p:sldId id="619" r:id="rId14"/>
    <p:sldId id="584" r:id="rId15"/>
    <p:sldId id="635" r:id="rId16"/>
    <p:sldId id="587" r:id="rId17"/>
    <p:sldId id="621" r:id="rId18"/>
    <p:sldId id="615" r:id="rId19"/>
    <p:sldId id="620" r:id="rId20"/>
    <p:sldId id="588" r:id="rId21"/>
    <p:sldId id="622" r:id="rId22"/>
    <p:sldId id="613" r:id="rId23"/>
    <p:sldId id="623" r:id="rId24"/>
    <p:sldId id="614" r:id="rId25"/>
    <p:sldId id="624" r:id="rId26"/>
    <p:sldId id="616" r:id="rId27"/>
    <p:sldId id="626" r:id="rId28"/>
    <p:sldId id="604" r:id="rId29"/>
    <p:sldId id="628" r:id="rId30"/>
    <p:sldId id="629" r:id="rId31"/>
    <p:sldId id="630" r:id="rId32"/>
    <p:sldId id="633" r:id="rId33"/>
    <p:sldId id="634" r:id="rId34"/>
    <p:sldId id="631" r:id="rId35"/>
    <p:sldId id="632" r:id="rId36"/>
    <p:sldId id="589" r:id="rId37"/>
    <p:sldId id="609" r:id="rId38"/>
    <p:sldId id="590" r:id="rId39"/>
    <p:sldId id="612" r:id="rId40"/>
    <p:sldId id="516" r:id="rId41"/>
  </p:sldIdLst>
  <p:sldSz cx="9144000" cy="5143500" type="screen16x9"/>
  <p:notesSz cx="6858000" cy="9144000"/>
  <p:custDataLst>
    <p:tags r:id="rId45"/>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45"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7133"/>
    <a:srgbClr val="F8DBCB"/>
    <a:srgbClr val="EDA076"/>
    <a:srgbClr val="F8BDCB"/>
    <a:srgbClr val="FF8000"/>
    <a:srgbClr val="FF6600"/>
    <a:srgbClr val="08B1F2"/>
    <a:srgbClr val="2B2B2B"/>
    <a:srgbClr val="B00303"/>
    <a:srgbClr val="0B5F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06" autoAdjust="0"/>
    <p:restoredTop sz="94660"/>
  </p:normalViewPr>
  <p:slideViewPr>
    <p:cSldViewPr showGuides="1">
      <p:cViewPr varScale="1">
        <p:scale>
          <a:sx n="107" d="100"/>
          <a:sy n="107" d="100"/>
        </p:scale>
        <p:origin x="-845" y="-77"/>
      </p:cViewPr>
      <p:guideLst>
        <p:guide orient="horz" pos="245"/>
        <p:guide pos="2870"/>
      </p:guideLst>
    </p:cSldViewPr>
  </p:slideViewPr>
  <p:notesTextViewPr>
    <p:cViewPr>
      <p:scale>
        <a:sx n="125" d="100"/>
        <a:sy n="125" d="100"/>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22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anose="020B0503020204020204" pitchFamily="34" charset="-122"/>
              </a:defRPr>
            </a:lvl1pPr>
          </a:lstStyle>
          <a:p>
            <a:fld id="{673B58EF-4ABD-40F4-ACA4-FE81D742E6DD}"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A11FC198-2D83-4DFC-8CDD-7D23AF44D411}"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27C920-FAF1-4735-A148-C9BEEFCD3BF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内容与标题">
    <p:bg>
      <p:bgPr>
        <a:solidFill>
          <a:srgbClr val="2C293D"/>
        </a:solidFill>
        <a:effectLst/>
      </p:bgPr>
    </p:bg>
    <p:spTree>
      <p:nvGrpSpPr>
        <p:cNvPr id="1" name=""/>
        <p:cNvGrpSpPr/>
        <p:nvPr/>
      </p:nvGrpSpPr>
      <p:grpSpPr>
        <a:xfrm>
          <a:off x="0" y="0"/>
          <a:ext cx="0" cy="0"/>
          <a:chOff x="0" y="0"/>
          <a:chExt cx="0" cy="0"/>
        </a:xfrm>
      </p:grpSpPr>
      <p:sp>
        <p:nvSpPr>
          <p:cNvPr id="3" name="矩形 2"/>
          <p:cNvSpPr/>
          <p:nvPr userDrawn="1"/>
        </p:nvSpPr>
        <p:spPr>
          <a:xfrm>
            <a:off x="1059401" y="228839"/>
            <a:ext cx="184730" cy="369332"/>
          </a:xfrm>
          <a:prstGeom prst="rect">
            <a:avLst/>
          </a:prstGeom>
          <a:solidFill>
            <a:schemeClr val="bg1"/>
          </a:solidFill>
        </p:spPr>
        <p:txBody>
          <a:bodyPr wrap="none">
            <a:spAutoFit/>
          </a:bodyPr>
          <a:lstStyle/>
          <a:p>
            <a:pPr lvl="0" algn="ct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内容与标题">
    <p:bg>
      <p:bgPr>
        <a:solidFill>
          <a:srgbClr val="2C293D"/>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txStyles>
    <p:titleStyle>
      <a:lvl1pPr algn="ctr" rtl="0" fontAlgn="base">
        <a:spcBef>
          <a:spcPct val="0"/>
        </a:spcBef>
        <a:spcAft>
          <a:spcPct val="0"/>
        </a:spcAft>
        <a:defRPr sz="44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微软雅黑" panose="020B0503020204020204" pitchFamily="34" charset="-122"/>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微软雅黑" panose="020B0503020204020204" pitchFamily="34" charset="-122"/>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微软雅黑" panose="020B0503020204020204" pitchFamily="34" charset="-122"/>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3.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microsoft.com/office/2007/relationships/hdphoto" Target="../media/image7.wdp"/><Relationship Id="rId8" Type="http://schemas.openxmlformats.org/officeDocument/2006/relationships/image" Target="../media/image6.jpeg"/><Relationship Id="rId7" Type="http://schemas.openxmlformats.org/officeDocument/2006/relationships/image" Target="../media/image5.png"/><Relationship Id="rId6" Type="http://schemas.openxmlformats.org/officeDocument/2006/relationships/tags" Target="../tags/tag9.xml"/><Relationship Id="rId5" Type="http://schemas.openxmlformats.org/officeDocument/2006/relationships/image" Target="../media/image4.png"/><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1" Type="http://schemas.openxmlformats.org/officeDocument/2006/relationships/notesSlide" Target="../notesSlides/notesSlide2.xml"/><Relationship Id="rId10"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tags" Target="../tags/tag14.xml"/><Relationship Id="rId5" Type="http://schemas.openxmlformats.org/officeDocument/2006/relationships/image" Target="../media/image4.png"/><Relationship Id="rId4" Type="http://schemas.openxmlformats.org/officeDocument/2006/relationships/tags" Target="../tags/tag13.xml"/><Relationship Id="rId3" Type="http://schemas.openxmlformats.org/officeDocument/2006/relationships/tags" Target="../tags/tag12.xml"/><Relationship Id="rId20" Type="http://schemas.openxmlformats.org/officeDocument/2006/relationships/notesSlide" Target="../notesSlides/notesSlide3.xml"/><Relationship Id="rId2" Type="http://schemas.openxmlformats.org/officeDocument/2006/relationships/tags" Target="../tags/tag11.xml"/><Relationship Id="rId19" Type="http://schemas.openxmlformats.org/officeDocument/2006/relationships/slideLayout" Target="../slideLayouts/slideLayout2.xml"/><Relationship Id="rId18"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17.png"/><Relationship Id="rId15" Type="http://schemas.openxmlformats.org/officeDocument/2006/relationships/image" Target="../media/image16.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5" Type="http://schemas.openxmlformats.org/officeDocument/2006/relationships/notesSlide" Target="../notesSlides/notesSlide4.xml"/><Relationship Id="rId14" Type="http://schemas.openxmlformats.org/officeDocument/2006/relationships/slideLayout" Target="../slideLayouts/slideLayout2.xml"/><Relationship Id="rId13" Type="http://schemas.openxmlformats.org/officeDocument/2006/relationships/tags" Target="../tags/tag19.xml"/><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jpeg"/><Relationship Id="rId5" Type="http://schemas.openxmlformats.org/officeDocument/2006/relationships/image" Target="../media/image4.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tags" Target="../tags/tag24.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9" Type="http://schemas.openxmlformats.org/officeDocument/2006/relationships/image" Target="../media/image32.jpeg"/><Relationship Id="rId8" Type="http://schemas.openxmlformats.org/officeDocument/2006/relationships/image" Target="../media/image31.jpeg"/><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image" Target="../media/image4.png"/><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2" Type="http://schemas.openxmlformats.org/officeDocument/2006/relationships/notesSlide" Target="../notesSlides/notesSlide6.xml"/><Relationship Id="rId11" Type="http://schemas.openxmlformats.org/officeDocument/2006/relationships/slideLayout" Target="../slideLayouts/slideLayout2.xml"/><Relationship Id="rId10" Type="http://schemas.openxmlformats.org/officeDocument/2006/relationships/tags" Target="../tags/tag31.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image" Target="../media/image37.jpeg"/><Relationship Id="rId7" Type="http://schemas.openxmlformats.org/officeDocument/2006/relationships/image" Target="../media/image36.jpeg"/><Relationship Id="rId6" Type="http://schemas.openxmlformats.org/officeDocument/2006/relationships/tags" Target="../tags/tag41.xml"/><Relationship Id="rId5" Type="http://schemas.openxmlformats.org/officeDocument/2006/relationships/image" Target="../media/image4.png"/><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2" Type="http://schemas.openxmlformats.org/officeDocument/2006/relationships/notesSlide" Target="../notesSlides/notesSlide8.xml"/><Relationship Id="rId11" Type="http://schemas.openxmlformats.org/officeDocument/2006/relationships/slideLayout" Target="../slideLayouts/slideLayout2.xml"/><Relationship Id="rId10" Type="http://schemas.openxmlformats.org/officeDocument/2006/relationships/tags" Target="../tags/tag43.xml"/><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8.xml"/><Relationship Id="rId7" Type="http://schemas.openxmlformats.org/officeDocument/2006/relationships/image" Target="../media/image39.png"/><Relationship Id="rId6" Type="http://schemas.openxmlformats.org/officeDocument/2006/relationships/image" Target="../media/image38.jpeg"/><Relationship Id="rId5" Type="http://schemas.openxmlformats.org/officeDocument/2006/relationships/image" Target="../media/image4.png"/><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0" Type="http://schemas.openxmlformats.org/officeDocument/2006/relationships/notesSlide" Target="../notesSlides/notesSlide9.xml"/><Relationship Id="rId1" Type="http://schemas.openxmlformats.org/officeDocument/2006/relationships/tags" Target="../tags/tag44.xml"/></Relationships>
</file>

<file path=ppt/slides/_rels/slide10.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image" Target="../media/image41.jpeg"/><Relationship Id="rId7" Type="http://schemas.openxmlformats.org/officeDocument/2006/relationships/image" Target="../media/image40.jpeg"/><Relationship Id="rId6" Type="http://schemas.openxmlformats.org/officeDocument/2006/relationships/tags" Target="../tags/tag53.xml"/><Relationship Id="rId5" Type="http://schemas.openxmlformats.org/officeDocument/2006/relationships/image" Target="../media/image4.png"/><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tags" Target="../tags/tag55.xml"/><Relationship Id="rId1" Type="http://schemas.openxmlformats.org/officeDocument/2006/relationships/tags" Target="../tags/tag49.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0.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png"/><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0" Type="http://schemas.openxmlformats.org/officeDocument/2006/relationships/notesSlide" Target="../notesSlides/notesSlide11.xml"/><Relationship Id="rId1" Type="http://schemas.openxmlformats.org/officeDocument/2006/relationships/tags" Target="../tags/tag56.xml"/></Relationships>
</file>

<file path=ppt/slides/_rels/slide12.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image" Target="../media/image45.jpeg"/><Relationship Id="rId7" Type="http://schemas.openxmlformats.org/officeDocument/2006/relationships/image" Target="../media/image44.jpeg"/><Relationship Id="rId6" Type="http://schemas.openxmlformats.org/officeDocument/2006/relationships/tags" Target="../tags/tag65.xml"/><Relationship Id="rId5" Type="http://schemas.openxmlformats.org/officeDocument/2006/relationships/image" Target="../media/image4.png"/><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tags" Target="../tags/tag67.xml"/><Relationship Id="rId1" Type="http://schemas.openxmlformats.org/officeDocument/2006/relationships/tags" Target="../tags/tag61.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2.xml"/><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png"/><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0" Type="http://schemas.openxmlformats.org/officeDocument/2006/relationships/notesSlide" Target="../notesSlides/notesSlide13.xml"/><Relationship Id="rId1" Type="http://schemas.openxmlformats.org/officeDocument/2006/relationships/tags" Target="../tags/tag68.xml"/></Relationships>
</file>

<file path=ppt/slides/_rels/slide14.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49.jpeg"/><Relationship Id="rId7" Type="http://schemas.openxmlformats.org/officeDocument/2006/relationships/image" Target="../media/image48.jpeg"/><Relationship Id="rId6" Type="http://schemas.openxmlformats.org/officeDocument/2006/relationships/tags" Target="../tags/tag77.xml"/><Relationship Id="rId5" Type="http://schemas.openxmlformats.org/officeDocument/2006/relationships/image" Target="../media/image4.png"/><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2" Type="http://schemas.openxmlformats.org/officeDocument/2006/relationships/notesSlide" Target="../notesSlides/notesSlide14.xml"/><Relationship Id="rId11" Type="http://schemas.openxmlformats.org/officeDocument/2006/relationships/slideLayout" Target="../slideLayouts/slideLayout2.xml"/><Relationship Id="rId10" Type="http://schemas.openxmlformats.org/officeDocument/2006/relationships/tags" Target="../tags/tag79.xml"/><Relationship Id="rId1" Type="http://schemas.openxmlformats.org/officeDocument/2006/relationships/tags" Target="../tags/tag73.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4.xml"/><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0" Type="http://schemas.openxmlformats.org/officeDocument/2006/relationships/notesSlide" Target="../notesSlides/notesSlide15.xml"/><Relationship Id="rId1" Type="http://schemas.openxmlformats.org/officeDocument/2006/relationships/tags" Target="../tags/tag80.xml"/></Relationships>
</file>

<file path=ppt/slides/_rels/slide16.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image" Target="../media/image53.jpeg"/><Relationship Id="rId7" Type="http://schemas.openxmlformats.org/officeDocument/2006/relationships/image" Target="../media/image52.jpeg"/><Relationship Id="rId6" Type="http://schemas.openxmlformats.org/officeDocument/2006/relationships/tags" Target="../tags/tag89.xml"/><Relationship Id="rId5" Type="http://schemas.openxmlformats.org/officeDocument/2006/relationships/image" Target="../media/image4.png"/><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2" Type="http://schemas.openxmlformats.org/officeDocument/2006/relationships/notesSlide" Target="../notesSlides/notesSlide16.xml"/><Relationship Id="rId11" Type="http://schemas.openxmlformats.org/officeDocument/2006/relationships/slideLayout" Target="../slideLayouts/slideLayout2.xml"/><Relationship Id="rId10" Type="http://schemas.openxmlformats.org/officeDocument/2006/relationships/tags" Target="../tags/tag91.xml"/><Relationship Id="rId1" Type="http://schemas.openxmlformats.org/officeDocument/2006/relationships/tags" Target="../tags/tag85.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6.xml"/><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4.png"/><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0" Type="http://schemas.openxmlformats.org/officeDocument/2006/relationships/notesSlide" Target="../notesSlides/notesSlide17.xml"/><Relationship Id="rId1" Type="http://schemas.openxmlformats.org/officeDocument/2006/relationships/tags" Target="../tags/tag92.xml"/></Relationships>
</file>

<file path=ppt/slides/_rels/slide18.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image" Target="../media/image57.jpeg"/><Relationship Id="rId7" Type="http://schemas.openxmlformats.org/officeDocument/2006/relationships/image" Target="../media/image56.jpeg"/><Relationship Id="rId6" Type="http://schemas.openxmlformats.org/officeDocument/2006/relationships/tags" Target="../tags/tag101.xml"/><Relationship Id="rId5" Type="http://schemas.openxmlformats.org/officeDocument/2006/relationships/image" Target="../media/image4.png"/><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2" Type="http://schemas.openxmlformats.org/officeDocument/2006/relationships/notesSlide" Target="../notesSlides/notesSlide18.xml"/><Relationship Id="rId11" Type="http://schemas.openxmlformats.org/officeDocument/2006/relationships/slideLayout" Target="../slideLayouts/slideLayout2.xml"/><Relationship Id="rId10" Type="http://schemas.openxmlformats.org/officeDocument/2006/relationships/tags" Target="../tags/tag103.xml"/><Relationship Id="rId1" Type="http://schemas.openxmlformats.org/officeDocument/2006/relationships/tags" Target="../tags/tag97.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08.xml"/><Relationship Id="rId7" Type="http://schemas.openxmlformats.org/officeDocument/2006/relationships/image" Target="../media/image59.png"/><Relationship Id="rId6" Type="http://schemas.openxmlformats.org/officeDocument/2006/relationships/image" Target="../media/image58.jpeg"/><Relationship Id="rId5" Type="http://schemas.openxmlformats.org/officeDocument/2006/relationships/image" Target="../media/image4.png"/><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0" Type="http://schemas.openxmlformats.org/officeDocument/2006/relationships/notesSlide" Target="../notesSlides/notesSlide19.xml"/><Relationship Id="rId1" Type="http://schemas.openxmlformats.org/officeDocument/2006/relationships/tags" Target="../tags/tag104.xml"/></Relationships>
</file>

<file path=ppt/slides/_rels/slide20.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60.png"/><Relationship Id="rId7" Type="http://schemas.openxmlformats.org/officeDocument/2006/relationships/tags" Target="../tags/tag113.xml"/><Relationship Id="rId6" Type="http://schemas.openxmlformats.org/officeDocument/2006/relationships/image" Target="../media/image4.png"/><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3" Type="http://schemas.openxmlformats.org/officeDocument/2006/relationships/notesSlide" Target="../notesSlides/notesSlide20.xml"/><Relationship Id="rId12" Type="http://schemas.openxmlformats.org/officeDocument/2006/relationships/slideLayout" Target="../slideLayouts/slideLayout2.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image" Target="../media/image52.jpe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20.xml"/><Relationship Id="rId7" Type="http://schemas.openxmlformats.org/officeDocument/2006/relationships/image" Target="../media/image63.jpeg"/><Relationship Id="rId6" Type="http://schemas.openxmlformats.org/officeDocument/2006/relationships/image" Target="../media/image62.png"/><Relationship Id="rId5" Type="http://schemas.openxmlformats.org/officeDocument/2006/relationships/image" Target="../media/image4.png"/><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0" Type="http://schemas.openxmlformats.org/officeDocument/2006/relationships/notesSlide" Target="../notesSlides/notesSlide21.xml"/><Relationship Id="rId1" Type="http://schemas.openxmlformats.org/officeDocument/2006/relationships/tags" Target="../tags/tag116.xml"/></Relationships>
</file>

<file path=ppt/slides/_rels/slide22.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image" Target="../media/image65.jpeg"/><Relationship Id="rId7" Type="http://schemas.openxmlformats.org/officeDocument/2006/relationships/image" Target="../media/image64.jpeg"/><Relationship Id="rId6" Type="http://schemas.openxmlformats.org/officeDocument/2006/relationships/tags" Target="../tags/tag125.xml"/><Relationship Id="rId5" Type="http://schemas.openxmlformats.org/officeDocument/2006/relationships/image" Target="../media/image4.png"/><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2" Type="http://schemas.openxmlformats.org/officeDocument/2006/relationships/notesSlide" Target="../notesSlides/notesSlide22.xml"/><Relationship Id="rId11" Type="http://schemas.openxmlformats.org/officeDocument/2006/relationships/slideLayout" Target="../slideLayouts/slideLayout2.xml"/><Relationship Id="rId10" Type="http://schemas.openxmlformats.org/officeDocument/2006/relationships/tags" Target="../tags/tag127.xml"/><Relationship Id="rId1" Type="http://schemas.openxmlformats.org/officeDocument/2006/relationships/tags" Target="../tags/tag121.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32.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4.png"/><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0" Type="http://schemas.openxmlformats.org/officeDocument/2006/relationships/notesSlide" Target="../notesSlides/notesSlide23.xml"/><Relationship Id="rId1" Type="http://schemas.openxmlformats.org/officeDocument/2006/relationships/tags" Target="../tags/tag128.xml"/></Relationships>
</file>

<file path=ppt/slides/_rels/slide24.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image" Target="../media/image69.jpeg"/><Relationship Id="rId7" Type="http://schemas.openxmlformats.org/officeDocument/2006/relationships/image" Target="../media/image68.jpeg"/><Relationship Id="rId6" Type="http://schemas.openxmlformats.org/officeDocument/2006/relationships/tags" Target="../tags/tag137.xml"/><Relationship Id="rId5" Type="http://schemas.openxmlformats.org/officeDocument/2006/relationships/image" Target="../media/image4.png"/><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2" Type="http://schemas.openxmlformats.org/officeDocument/2006/relationships/notesSlide" Target="../notesSlides/notesSlide24.xml"/><Relationship Id="rId11" Type="http://schemas.openxmlformats.org/officeDocument/2006/relationships/slideLayout" Target="../slideLayouts/slideLayout2.xml"/><Relationship Id="rId10" Type="http://schemas.openxmlformats.org/officeDocument/2006/relationships/tags" Target="../tags/tag139.xml"/><Relationship Id="rId1" Type="http://schemas.openxmlformats.org/officeDocument/2006/relationships/tags" Target="../tags/tag133.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4.xml"/><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4.png"/><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0" Type="http://schemas.openxmlformats.org/officeDocument/2006/relationships/notesSlide" Target="../notesSlides/notesSlide25.xml"/><Relationship Id="rId1" Type="http://schemas.openxmlformats.org/officeDocument/2006/relationships/tags" Target="../tags/tag140.xml"/></Relationships>
</file>

<file path=ppt/slides/_rels/slide26.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image" Target="../media/image4.png"/><Relationship Id="rId7" Type="http://schemas.openxmlformats.org/officeDocument/2006/relationships/tags" Target="../tags/tag149.xml"/><Relationship Id="rId6" Type="http://schemas.openxmlformats.org/officeDocument/2006/relationships/image" Target="../media/image73.png"/><Relationship Id="rId5" Type="http://schemas.openxmlformats.org/officeDocument/2006/relationships/image" Target="../media/image72.jpeg"/><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1" Type="http://schemas.openxmlformats.org/officeDocument/2006/relationships/notesSlide" Target="../notesSlides/notesSlide26.xml"/><Relationship Id="rId10" Type="http://schemas.openxmlformats.org/officeDocument/2006/relationships/slideLayout" Target="../slideLayouts/slideLayout2.xml"/><Relationship Id="rId1" Type="http://schemas.openxmlformats.org/officeDocument/2006/relationships/tags" Target="../tags/tag145.xml"/></Relationships>
</file>

<file path=ppt/slides/_rels/slide27.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image" Target="../media/image74.png"/><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image" Target="../media/image4.png"/><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2" Type="http://schemas.openxmlformats.org/officeDocument/2006/relationships/notesSlide" Target="../notesSlides/notesSlide27.xml"/><Relationship Id="rId11" Type="http://schemas.openxmlformats.org/officeDocument/2006/relationships/slideLayout" Target="../slideLayouts/slideLayout2.xml"/><Relationship Id="rId10" Type="http://schemas.openxmlformats.org/officeDocument/2006/relationships/tags" Target="../tags/tag158.xml"/><Relationship Id="rId1" Type="http://schemas.openxmlformats.org/officeDocument/2006/relationships/tags" Target="../tags/tag151.xml"/></Relationships>
</file>

<file path=ppt/slides/_rels/slide28.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image" Target="../media/image75.png"/><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image" Target="../media/image4.png"/><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2" Type="http://schemas.openxmlformats.org/officeDocument/2006/relationships/notesSlide" Target="../notesSlides/notesSlide28.xml"/><Relationship Id="rId11" Type="http://schemas.openxmlformats.org/officeDocument/2006/relationships/slideLayout" Target="../slideLayouts/slideLayout2.xml"/><Relationship Id="rId10" Type="http://schemas.openxmlformats.org/officeDocument/2006/relationships/tags" Target="../tags/tag166.xml"/><Relationship Id="rId1" Type="http://schemas.openxmlformats.org/officeDocument/2006/relationships/tags" Target="../tags/tag159.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71.xml"/><Relationship Id="rId7" Type="http://schemas.openxmlformats.org/officeDocument/2006/relationships/image" Target="../media/image77.png"/><Relationship Id="rId6" Type="http://schemas.openxmlformats.org/officeDocument/2006/relationships/image" Target="../media/image76.jpeg"/><Relationship Id="rId5" Type="http://schemas.openxmlformats.org/officeDocument/2006/relationships/image" Target="../media/image4.png"/><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0" Type="http://schemas.openxmlformats.org/officeDocument/2006/relationships/notesSlide" Target="../notesSlides/notesSlide29.xml"/><Relationship Id="rId1" Type="http://schemas.openxmlformats.org/officeDocument/2006/relationships/tags" Target="../tags/tag167.xml"/></Relationships>
</file>

<file path=ppt/slides/_rels/slide30.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image" Target="../media/image78.png"/><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image" Target="../media/image4.png"/><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2" Type="http://schemas.openxmlformats.org/officeDocument/2006/relationships/notesSlide" Target="../notesSlides/notesSlide30.xml"/><Relationship Id="rId11" Type="http://schemas.openxmlformats.org/officeDocument/2006/relationships/slideLayout" Target="../slideLayouts/slideLayout2.xml"/><Relationship Id="rId10" Type="http://schemas.openxmlformats.org/officeDocument/2006/relationships/tags" Target="../tags/tag179.xml"/><Relationship Id="rId1" Type="http://schemas.openxmlformats.org/officeDocument/2006/relationships/tags" Target="../tags/tag172.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84.xml"/><Relationship Id="rId7" Type="http://schemas.openxmlformats.org/officeDocument/2006/relationships/image" Target="../media/image80.jpeg"/><Relationship Id="rId6" Type="http://schemas.openxmlformats.org/officeDocument/2006/relationships/image" Target="../media/image79.jpeg"/><Relationship Id="rId5" Type="http://schemas.openxmlformats.org/officeDocument/2006/relationships/image" Target="../media/image4.png"/><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0" Type="http://schemas.openxmlformats.org/officeDocument/2006/relationships/notesSlide" Target="../notesSlides/notesSlide31.xml"/><Relationship Id="rId1" Type="http://schemas.openxmlformats.org/officeDocument/2006/relationships/tags" Target="../tags/tag180.xml"/></Relationships>
</file>

<file path=ppt/slides/_rels/slide32.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image" Target="../media/image81.png"/><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image" Target="../media/image4.png"/><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2" Type="http://schemas.openxmlformats.org/officeDocument/2006/relationships/notesSlide" Target="../notesSlides/notesSlide32.xml"/><Relationship Id="rId11" Type="http://schemas.openxmlformats.org/officeDocument/2006/relationships/slideLayout" Target="../slideLayouts/slideLayout2.xml"/><Relationship Id="rId10" Type="http://schemas.openxmlformats.org/officeDocument/2006/relationships/tags" Target="../tags/tag192.xml"/><Relationship Id="rId1" Type="http://schemas.openxmlformats.org/officeDocument/2006/relationships/tags" Target="../tags/tag185.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97.xml"/><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4.png"/><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0" Type="http://schemas.openxmlformats.org/officeDocument/2006/relationships/notesSlide" Target="../notesSlides/notesSlide33.xml"/><Relationship Id="rId1" Type="http://schemas.openxmlformats.org/officeDocument/2006/relationships/tags" Target="../tags/tag193.xml"/></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2.xml"/><Relationship Id="rId7" Type="http://schemas.openxmlformats.org/officeDocument/2006/relationships/image" Target="../media/image84.png"/><Relationship Id="rId6" Type="http://schemas.openxmlformats.org/officeDocument/2006/relationships/tags" Target="../tags/tag202.xml"/><Relationship Id="rId5" Type="http://schemas.openxmlformats.org/officeDocument/2006/relationships/image" Target="../media/image4.png"/><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2.xml"/><Relationship Id="rId7" Type="http://schemas.openxmlformats.org/officeDocument/2006/relationships/tags" Target="../tags/tag207.xml"/><Relationship Id="rId6" Type="http://schemas.openxmlformats.org/officeDocument/2006/relationships/image" Target="../media/image85.jpeg"/><Relationship Id="rId5" Type="http://schemas.openxmlformats.org/officeDocument/2006/relationships/image" Target="../media/image4.png"/><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2.xml"/><Relationship Id="rId7" Type="http://schemas.openxmlformats.org/officeDocument/2006/relationships/tags" Target="../tags/tag212.xml"/><Relationship Id="rId6" Type="http://schemas.openxmlformats.org/officeDocument/2006/relationships/image" Target="../media/image86.png"/><Relationship Id="rId5" Type="http://schemas.openxmlformats.org/officeDocument/2006/relationships/image" Target="../media/image4.png"/><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17.xml"/><Relationship Id="rId7" Type="http://schemas.openxmlformats.org/officeDocument/2006/relationships/image" Target="../media/image88.jpeg"/><Relationship Id="rId6" Type="http://schemas.openxmlformats.org/officeDocument/2006/relationships/image" Target="../media/image87.jpeg"/><Relationship Id="rId5" Type="http://schemas.openxmlformats.org/officeDocument/2006/relationships/image" Target="../media/image4.png"/><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0" Type="http://schemas.openxmlformats.org/officeDocument/2006/relationships/notesSlide" Target="../notesSlides/notesSlide37.xml"/><Relationship Id="rId1" Type="http://schemas.openxmlformats.org/officeDocument/2006/relationships/tags" Target="../tags/tag213.xml"/></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1.xml"/><Relationship Id="rId5" Type="http://schemas.openxmlformats.org/officeDocument/2006/relationships/tags" Target="../tags/tag220.xml"/><Relationship Id="rId4" Type="http://schemas.openxmlformats.org/officeDocument/2006/relationships/image" Target="../media/image90.png"/><Relationship Id="rId3" Type="http://schemas.openxmlformats.org/officeDocument/2006/relationships/image" Target="../media/image89.jpeg"/><Relationship Id="rId2" Type="http://schemas.openxmlformats.org/officeDocument/2006/relationships/tags" Target="../tags/tag219.xml"/><Relationship Id="rId1" Type="http://schemas.openxmlformats.org/officeDocument/2006/relationships/tags" Target="../tags/tag218.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31656" y="1851670"/>
            <a:ext cx="9175656" cy="3291830"/>
          </a:xfrm>
          <a:prstGeom prst="rect">
            <a:avLst/>
          </a:prstGeom>
          <a:gradFill>
            <a:gsLst>
              <a:gs pos="2000">
                <a:srgbClr val="F8DBCB"/>
              </a:gs>
              <a:gs pos="100000">
                <a:srgbClr val="EDA076"/>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9144000" cy="3291830"/>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0"/>
            <a:ext cx="7632848" cy="3291830"/>
          </a:xfrm>
          <a:prstGeom prst="rect">
            <a:avLst/>
          </a:prstGeom>
        </p:spPr>
      </p:pic>
      <p:sp>
        <p:nvSpPr>
          <p:cNvPr id="2" name="TextBox 7"/>
          <p:cNvSpPr>
            <a:spLocks noChangeArrowheads="1"/>
          </p:cNvSpPr>
          <p:nvPr>
            <p:custDataLst>
              <p:tags r:id="rId3"/>
            </p:custDataLst>
          </p:nvPr>
        </p:nvSpPr>
        <p:spPr bwMode="auto">
          <a:xfrm>
            <a:off x="1403350" y="3434080"/>
            <a:ext cx="7459980" cy="437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algn="dist">
              <a:defRPr/>
            </a:pPr>
            <a:r>
              <a:rPr lang="en-US" altLang="zh-CN" sz="2000" dirty="0" smtClean="0">
                <a:ln w="6600">
                  <a:solidFill>
                    <a:schemeClr val="accent2"/>
                  </a:solidFill>
                  <a:prstDash val="solid"/>
                </a:ln>
                <a:solidFill>
                  <a:schemeClr val="tx1"/>
                </a:solidFill>
                <a:effectLst/>
                <a:latin typeface="微软雅黑" panose="020B0503020204020204" pitchFamily="34" charset="-122"/>
                <a:ea typeface="微软雅黑" panose="020B0503020204020204" pitchFamily="34" charset="-122"/>
                <a:cs typeface="+mn-ea"/>
                <a:sym typeface="+mn-ea"/>
              </a:rPr>
              <a:t>Guangzhou Tanyue Automation Technology Co., Ltd.</a:t>
            </a:r>
            <a:endParaRPr lang="en-US" altLang="zh-CN" sz="2000" dirty="0" smtClean="0">
              <a:ln w="6600">
                <a:solidFill>
                  <a:schemeClr val="accent2"/>
                </a:solidFill>
                <a:prstDash val="solid"/>
              </a:ln>
              <a:solidFill>
                <a:schemeClr val="tx1"/>
              </a:solidFill>
              <a:effectLst/>
              <a:latin typeface="微软雅黑" panose="020B0503020204020204" pitchFamily="34" charset="-122"/>
              <a:ea typeface="微软雅黑" panose="020B0503020204020204" pitchFamily="34" charset="-122"/>
              <a:cs typeface="+mn-ea"/>
              <a:sym typeface="+mn-ea"/>
            </a:endParaRPr>
          </a:p>
          <a:p>
            <a:pPr algn="dist">
              <a:defRPr/>
            </a:pPr>
            <a:endParaRPr lang="en-US" altLang="zh-CN" sz="2000" dirty="0" smtClean="0">
              <a:ln w="6600">
                <a:solidFill>
                  <a:schemeClr val="accent2"/>
                </a:solidFill>
                <a:prstDash val="solid"/>
              </a:ln>
              <a:solidFill>
                <a:schemeClr val="tx1"/>
              </a:solidFill>
              <a:effectLst/>
              <a:latin typeface="微软雅黑" panose="020B0503020204020204" pitchFamily="34" charset="-122"/>
              <a:ea typeface="微软雅黑" panose="020B0503020204020204" pitchFamily="34" charset="-122"/>
              <a:cs typeface="+mn-ea"/>
              <a:sym typeface="+mn-ea"/>
            </a:endParaRPr>
          </a:p>
        </p:txBody>
      </p:sp>
      <p:sp>
        <p:nvSpPr>
          <p:cNvPr id="4" name="TextBox 7"/>
          <p:cNvSpPr>
            <a:spLocks noChangeArrowheads="1"/>
          </p:cNvSpPr>
          <p:nvPr>
            <p:custDataLst>
              <p:tags r:id="rId4"/>
            </p:custDataLst>
          </p:nvPr>
        </p:nvSpPr>
        <p:spPr bwMode="auto">
          <a:xfrm>
            <a:off x="2124075" y="4659630"/>
            <a:ext cx="6804660" cy="358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algn="dist">
              <a:defRPr/>
            </a:pPr>
            <a:r>
              <a:rPr lang="en-US" altLang="zh-CN" sz="1200" b="1" dirty="0">
                <a:solidFill>
                  <a:schemeClr val="tx1"/>
                </a:solidFill>
                <a:effectLst>
                  <a:reflection blurRad="6350" stA="53000" endA="300" endPos="35500" dir="5400000" sy="-90000" algn="bl" rotWithShape="0"/>
                </a:effectLst>
                <a:latin typeface="+mj-lt"/>
                <a:ea typeface="+mj-lt"/>
                <a:sym typeface="+mn-ea"/>
              </a:rPr>
              <a:t>Our goal is to help more customers achieve digital transformation of their factories.</a:t>
            </a:r>
            <a:endParaRPr lang="en-US" altLang="zh-CN" sz="1200" b="1" dirty="0">
              <a:solidFill>
                <a:schemeClr val="tx1"/>
              </a:solidFill>
              <a:effectLst>
                <a:reflection blurRad="6350" stA="53000" endA="300" endPos="35500" dir="5400000" sy="-90000" algn="bl" rotWithShape="0"/>
              </a:effectLst>
              <a:latin typeface="+mj-lt"/>
              <a:ea typeface="+mj-lt"/>
              <a:sym typeface="+mn-ea"/>
            </a:endParaRPr>
          </a:p>
          <a:p>
            <a:pPr algn="dist">
              <a:defRPr/>
            </a:pPr>
            <a:endParaRPr lang="en-US" altLang="zh-CN" sz="1200" b="1" dirty="0">
              <a:solidFill>
                <a:schemeClr val="tx1"/>
              </a:solidFill>
              <a:effectLst>
                <a:reflection blurRad="6350" stA="53000" endA="300" endPos="35500" dir="5400000" sy="-90000" algn="bl" rotWithShape="0"/>
              </a:effectLst>
              <a:latin typeface="+mj-lt"/>
              <a:ea typeface="+mj-lt"/>
              <a:sym typeface="+mn-ea"/>
            </a:endParaRPr>
          </a:p>
        </p:txBody>
      </p:sp>
      <p:sp>
        <p:nvSpPr>
          <p:cNvPr id="5" name="TextBox 7"/>
          <p:cNvSpPr>
            <a:spLocks noChangeArrowheads="1"/>
          </p:cNvSpPr>
          <p:nvPr>
            <p:custDataLst>
              <p:tags r:id="rId5"/>
            </p:custDataLst>
          </p:nvPr>
        </p:nvSpPr>
        <p:spPr bwMode="auto">
          <a:xfrm>
            <a:off x="1403350" y="3868420"/>
            <a:ext cx="7459980" cy="4940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algn="dist">
              <a:defRPr/>
            </a:pPr>
            <a:r>
              <a:rPr lang="en-US" altLang="zh-CN" sz="2000" b="1" dirty="0" smtClean="0">
                <a:solidFill>
                  <a:schemeClr val="tx1"/>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mn-ea"/>
                <a:sym typeface="+mn-ea"/>
              </a:rPr>
              <a:t>Guangzhou Xinyue Zhixing Robot Technology Co., Ltd.</a:t>
            </a:r>
            <a:endParaRPr lang="en-US" altLang="zh-CN" sz="2000" b="1" dirty="0" smtClean="0">
              <a:solidFill>
                <a:schemeClr val="tx1"/>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mn-ea"/>
              <a:sym typeface="+mn-ea"/>
            </a:endParaRPr>
          </a:p>
          <a:p>
            <a:pPr algn="dist">
              <a:defRPr/>
            </a:pPr>
            <a:endParaRPr lang="en-US" altLang="zh-CN" sz="2000" b="1" dirty="0" smtClean="0">
              <a:solidFill>
                <a:schemeClr val="tx1"/>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mn-ea"/>
              <a:sym typeface="+mn-ea"/>
            </a:endParaRPr>
          </a:p>
        </p:txBody>
      </p:sp>
      <p:pic>
        <p:nvPicPr>
          <p:cNvPr id="6" name="图片 5" descr="logo1"/>
          <p:cNvPicPr>
            <a:picLocks noChangeAspect="1"/>
          </p:cNvPicPr>
          <p:nvPr/>
        </p:nvPicPr>
        <p:blipFill>
          <a:blip r:embed="rId6"/>
          <a:stretch>
            <a:fillRect/>
          </a:stretch>
        </p:blipFill>
        <p:spPr>
          <a:xfrm>
            <a:off x="-108585" y="2931795"/>
            <a:ext cx="1781175" cy="1727835"/>
          </a:xfrm>
          <a:prstGeom prst="rect">
            <a:avLst/>
          </a:prstGeom>
          <a:effectLst>
            <a:glow rad="203200">
              <a:schemeClr val="bg1">
                <a:lumMod val="95000"/>
                <a:alpha val="54000"/>
              </a:schemeClr>
            </a:glow>
          </a:effec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ppt_x"/>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56" presetClass="entr" presetSubtype="0" fill="hold" grpId="0" nodeType="withEffect">
                                  <p:stCondLst>
                                    <p:cond delay="0"/>
                                  </p:stCondLst>
                                  <p:iterate type="lt">
                                    <p:tmPct val="10000"/>
                                  </p:iterate>
                                  <p:childTnLst>
                                    <p:set>
                                      <p:cBhvr>
                                        <p:cTn id="13" dur="1" fill="hold">
                                          <p:stCondLst>
                                            <p:cond delay="0"/>
                                          </p:stCondLst>
                                        </p:cTn>
                                        <p:tgtEl>
                                          <p:spTgt spid="4"/>
                                        </p:tgtEl>
                                        <p:attrNameLst>
                                          <p:attrName>style.visibility</p:attrName>
                                        </p:attrNameLst>
                                      </p:cBhvr>
                                      <p:to>
                                        <p:strVal val="visible"/>
                                      </p:to>
                                    </p:set>
                                    <p:anim by="(-#ppt_w*2)" calcmode="lin" valueType="num">
                                      <p:cBhvr rctx="PPT">
                                        <p:cTn id="14" dur="500" autoRev="1" fill="hold">
                                          <p:stCondLst>
                                            <p:cond delay="0"/>
                                          </p:stCondLst>
                                        </p:cTn>
                                        <p:tgtEl>
                                          <p:spTgt spid="4"/>
                                        </p:tgtEl>
                                        <p:attrNameLst>
                                          <p:attrName>ppt_w</p:attrName>
                                        </p:attrNameLst>
                                      </p:cBhvr>
                                    </p:anim>
                                    <p:anim by="(#ppt_w*0.50)" calcmode="lin" valueType="num">
                                      <p:cBhvr>
                                        <p:cTn id="15" dur="500" decel="50000" autoRev="1" fill="hold">
                                          <p:stCondLst>
                                            <p:cond delay="0"/>
                                          </p:stCondLst>
                                        </p:cTn>
                                        <p:tgtEl>
                                          <p:spTgt spid="4"/>
                                        </p:tgtEl>
                                        <p:attrNameLst>
                                          <p:attrName>ppt_x</p:attrName>
                                        </p:attrNameLst>
                                      </p:cBhvr>
                                    </p:anim>
                                    <p:anim from="(-#ppt_h/2)" to="(#ppt_y)" calcmode="lin" valueType="num">
                                      <p:cBhvr>
                                        <p:cTn id="16" dur="1000" fill="hold">
                                          <p:stCondLst>
                                            <p:cond delay="0"/>
                                          </p:stCondLst>
                                        </p:cTn>
                                        <p:tgtEl>
                                          <p:spTgt spid="4"/>
                                        </p:tgtEl>
                                        <p:attrNameLst>
                                          <p:attrName>ppt_y</p:attrName>
                                        </p:attrNameLst>
                                      </p:cBhvr>
                                    </p:anim>
                                    <p:animRot by="21600000">
                                      <p:cBhvr>
                                        <p:cTn id="17" dur="1000" fill="hold">
                                          <p:stCondLst>
                                            <p:cond delay="0"/>
                                          </p:stCondLst>
                                        </p:cTn>
                                        <p:tgtEl>
                                          <p:spTgt spid="4"/>
                                        </p:tgtEl>
                                        <p:attrNameLst>
                                          <p:attrName>r</p:attrName>
                                        </p:attrNameLst>
                                      </p:cBhvr>
                                    </p:animRot>
                                  </p:childTnLst>
                                </p:cTn>
                              </p:par>
                              <p:par>
                                <p:cTn id="18" presetID="36" presetClass="emph" presetSubtype="0" fill="hold" grpId="1" nodeType="withEffect">
                                  <p:stCondLst>
                                    <p:cond delay="0"/>
                                  </p:stCondLst>
                                  <p:iterate type="lt">
                                    <p:tmPct val="10000"/>
                                  </p:iterate>
                                  <p:childTnLst>
                                    <p:animScale>
                                      <p:cBhvr>
                                        <p:cTn id="19" dur="250" autoRev="1" fill="hold">
                                          <p:stCondLst>
                                            <p:cond delay="0"/>
                                          </p:stCondLst>
                                        </p:cTn>
                                        <p:tgtEl>
                                          <p:spTgt spid="4"/>
                                        </p:tgtEl>
                                      </p:cBhvr>
                                      <p:to x="80000" y="100000"/>
                                    </p:animScale>
                                    <p:anim by="(#ppt_w*0.10)" calcmode="lin" valueType="num">
                                      <p:cBhvr>
                                        <p:cTn id="20" dur="250" autoRev="1" fill="hold">
                                          <p:stCondLst>
                                            <p:cond delay="0"/>
                                          </p:stCondLst>
                                        </p:cTn>
                                        <p:tgtEl>
                                          <p:spTgt spid="4"/>
                                        </p:tgtEl>
                                        <p:attrNameLst>
                                          <p:attrName>ppt_x</p:attrName>
                                        </p:attrNameLst>
                                      </p:cBhvr>
                                    </p:anim>
                                    <p:anim by="(-#ppt_w*0.10)" calcmode="lin" valueType="num">
                                      <p:cBhvr>
                                        <p:cTn id="21" dur="250" autoRev="1" fill="hold">
                                          <p:stCondLst>
                                            <p:cond delay="0"/>
                                          </p:stCondLst>
                                        </p:cTn>
                                        <p:tgtEl>
                                          <p:spTgt spid="4"/>
                                        </p:tgtEl>
                                        <p:attrNameLst>
                                          <p:attrName>ppt_y</p:attrName>
                                        </p:attrNameLst>
                                      </p:cBhvr>
                                    </p:anim>
                                    <p:animRot by="-480000">
                                      <p:cBhvr>
                                        <p:cTn id="22" dur="250" autoRev="1" fill="hold">
                                          <p:stCondLst>
                                            <p:cond delay="0"/>
                                          </p:stCondLst>
                                        </p:cTn>
                                        <p:tgtEl>
                                          <p:spTgt spid="4"/>
                                        </p:tgtEl>
                                        <p:attrNameLst>
                                          <p:attrName>r</p:attrName>
                                        </p:attrNameLst>
                                      </p:cBhvr>
                                    </p:animRot>
                                  </p:childTnLst>
                                </p:cTn>
                              </p:par>
                            </p:childTnLst>
                          </p:cTn>
                        </p:par>
                        <p:par>
                          <p:cTn id="23" fill="hold">
                            <p:stCondLst>
                              <p:cond delay="9399"/>
                            </p:stCondLst>
                            <p:childTnLst>
                              <p:par>
                                <p:cTn id="24" presetID="16" presetClass="entr" presetSubtype="21"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3" grpId="0" bldLvl="0" animBg="1"/>
      <p:bldP spid="2" grpId="0" bldLvl="0" animBg="1"/>
      <p:bldP spid="4" grpId="0"/>
      <p:bldP spid="4" grpId="1"/>
      <p:bldP spid="5"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350" y="0"/>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934460" y="267970"/>
            <a:ext cx="4711700" cy="4801235"/>
          </a:xfrm>
          <a:prstGeom prst="rect">
            <a:avLst/>
          </a:prstGeom>
          <a:noFill/>
        </p:spPr>
        <p:txBody>
          <a:bodyPr wrap="square" lIns="0" tIns="0" rIns="0" bIns="0" rtlCol="0">
            <a:spAutoFit/>
          </a:bodyPr>
          <a:lstStyle/>
          <a:p>
            <a:pPr>
              <a:lnSpc>
                <a:spcPct val="150000"/>
              </a:lnSpc>
            </a:pPr>
            <a:r>
              <a:rPr lang="en-US" altLang="zh-CN" sz="2800" b="1" dirty="0" smtClean="0">
                <a:solidFill>
                  <a:schemeClr val="tx2"/>
                </a:solidFill>
                <a:latin typeface="微软雅黑" panose="020B0503020204020204" pitchFamily="34" charset="-122"/>
                <a:ea typeface="微软雅黑" panose="020B0503020204020204" pitchFamily="34" charset="-122"/>
              </a:rPr>
              <a:t>About Our Company</a:t>
            </a:r>
            <a:endParaRPr lang="en-US" altLang="zh-CN" sz="2800" b="1" dirty="0" smtClean="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cs typeface="+mn-ea"/>
                <a:sym typeface="+mn-ea"/>
              </a:rPr>
              <a:t>    Our AGV team traces its roots back to 2012. Guangzhou Tanyue Automation Technology Co., Ltd. was founded in 2018, with Guangzhou Xinyue Robot Technology Co., Ltd. as its subsidiary. We continuously optimize our product structure and improve our multi-tier product portfolio through sustained AGV/AMR technological innovation. We are also committed to R&amp;D and manufacturing of heavy-duty customized mobile equipment to meet market demands.</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ea"/>
            </a:endParaRPr>
          </a:p>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cs typeface="+mn-ea"/>
                <a:sym typeface="+mn-ea"/>
              </a:rPr>
              <a:t>    As a pioneer in building custom intelligent mobile chassis with solutions at the core, we deliver market-oriented customization services. Meanwhile, we adhere to technological and service innovation to support material handling across diverse industries. Our mission is to develop intelligent and cost-effective transfer platforms, providing our clients with more efficient, safe, intelligent and reliable services.</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矩形 12"/>
          <p:cNvSpPr/>
          <p:nvPr>
            <p:custDataLst>
              <p:tags r:id="rId6"/>
            </p:custDataLst>
          </p:nvPr>
        </p:nvSpPr>
        <p:spPr>
          <a:xfrm>
            <a:off x="55880" y="771525"/>
            <a:ext cx="3409315" cy="2245995"/>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pic>
        <p:nvPicPr>
          <p:cNvPr id="7" name="圖片 6"/>
          <p:cNvPicPr>
            <a:picLocks noChangeAspect="1"/>
          </p:cNvPicPr>
          <p:nvPr/>
        </p:nvPicPr>
        <p:blipFill>
          <a:blip r:embed="rId7"/>
          <a:stretch>
            <a:fillRect/>
          </a:stretch>
        </p:blipFill>
        <p:spPr>
          <a:xfrm>
            <a:off x="107315" y="915670"/>
            <a:ext cx="3305175" cy="1895475"/>
          </a:xfrm>
          <a:prstGeom prst="rect">
            <a:avLst/>
          </a:prstGeom>
        </p:spPr>
      </p:pic>
      <p:pic>
        <p:nvPicPr>
          <p:cNvPr id="10" name="图片 3" descr="619c41329c9c704cd65beb0c0fb4d41"/>
          <p:cNvPicPr>
            <a:picLocks noChangeAspect="1"/>
          </p:cNvPicPr>
          <p:nvPr/>
        </p:nvPicPr>
        <p:blipFill>
          <a:blip r:embed="rId8">
            <a:extLst>
              <a:ext uri="{BEBA8EAE-BF5A-486C-A8C5-ECC9F3942E4B}">
                <a14:imgProps xmlns:a14="http://schemas.microsoft.com/office/drawing/2010/main">
                  <a14:imgLayer r:embed="rId9">
                    <a14:imgEffect>
                      <a14:sharpenSoften amount="13000"/>
                    </a14:imgEffect>
                  </a14:imgLayer>
                </a14:imgProps>
              </a:ext>
            </a:extLst>
          </a:blip>
          <a:stretch>
            <a:fillRect/>
          </a:stretch>
        </p:blipFill>
        <p:spPr>
          <a:xfrm>
            <a:off x="684183" y="2788255"/>
            <a:ext cx="3174429" cy="2213572"/>
          </a:xfrm>
          <a:prstGeom prst="rect">
            <a:avLst/>
          </a:prstGeom>
          <a:effectLst>
            <a:softEdge rad="215900"/>
          </a:effec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文本框 22"/>
          <p:cNvSpPr txBox="1"/>
          <p:nvPr>
            <p:custDataLst>
              <p:tags r:id="rId6"/>
            </p:custDataLst>
          </p:nvPr>
        </p:nvSpPr>
        <p:spPr>
          <a:xfrm>
            <a:off x="5260340" y="156210"/>
            <a:ext cx="3649980"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Case Studies &amp; Clients</a:t>
            </a:r>
            <a:endParaRPr lang="en-US" altLang="zh-CN" dirty="0">
              <a:solidFill>
                <a:srgbClr val="F8DBCB"/>
              </a:solidFill>
              <a:effectLst>
                <a:outerShdw blurRad="50800" dist="127000" dir="2700000" algn="tl" rotWithShape="0">
                  <a:prstClr val="black">
                    <a:alpha val="40000"/>
                  </a:prstClr>
                </a:outerShdw>
              </a:effectLst>
            </a:endParaRPr>
          </a:p>
        </p:txBody>
      </p:sp>
      <p:pic>
        <p:nvPicPr>
          <p:cNvPr id="10" name="圖片 9" descr="images"/>
          <p:cNvPicPr>
            <a:picLocks noChangeAspect="1"/>
          </p:cNvPicPr>
          <p:nvPr/>
        </p:nvPicPr>
        <p:blipFill>
          <a:blip r:embed="rId7"/>
          <a:stretch>
            <a:fillRect/>
          </a:stretch>
        </p:blipFill>
        <p:spPr>
          <a:xfrm>
            <a:off x="323215" y="1203960"/>
            <a:ext cx="1822450" cy="466090"/>
          </a:xfrm>
          <a:prstGeom prst="rect">
            <a:avLst/>
          </a:prstGeom>
        </p:spPr>
      </p:pic>
      <p:pic>
        <p:nvPicPr>
          <p:cNvPr id="11" name="圖片 10" descr="images (4)"/>
          <p:cNvPicPr>
            <a:picLocks noChangeAspect="1"/>
          </p:cNvPicPr>
          <p:nvPr/>
        </p:nvPicPr>
        <p:blipFill>
          <a:blip r:embed="rId8"/>
          <a:stretch>
            <a:fillRect/>
          </a:stretch>
        </p:blipFill>
        <p:spPr>
          <a:xfrm>
            <a:off x="7379970" y="1014730"/>
            <a:ext cx="942975" cy="942975"/>
          </a:xfrm>
          <a:prstGeom prst="rect">
            <a:avLst/>
          </a:prstGeom>
        </p:spPr>
      </p:pic>
      <p:pic>
        <p:nvPicPr>
          <p:cNvPr id="12" name="圖片 11" descr="800"/>
          <p:cNvPicPr>
            <a:picLocks noChangeAspect="1"/>
          </p:cNvPicPr>
          <p:nvPr/>
        </p:nvPicPr>
        <p:blipFill>
          <a:blip r:embed="rId9"/>
          <a:stretch>
            <a:fillRect/>
          </a:stretch>
        </p:blipFill>
        <p:spPr>
          <a:xfrm>
            <a:off x="2267585" y="760730"/>
            <a:ext cx="2300605" cy="1351915"/>
          </a:xfrm>
          <a:prstGeom prst="rect">
            <a:avLst/>
          </a:prstGeom>
        </p:spPr>
      </p:pic>
      <p:pic>
        <p:nvPicPr>
          <p:cNvPr id="14" name="圖片 13" descr="8332120b326f4c9c881420c3ae5f141a"/>
          <p:cNvPicPr>
            <a:picLocks noChangeAspect="1"/>
          </p:cNvPicPr>
          <p:nvPr/>
        </p:nvPicPr>
        <p:blipFill>
          <a:blip r:embed="rId10"/>
          <a:stretch>
            <a:fillRect/>
          </a:stretch>
        </p:blipFill>
        <p:spPr>
          <a:xfrm>
            <a:off x="7164070" y="3521710"/>
            <a:ext cx="1565910" cy="906780"/>
          </a:xfrm>
          <a:prstGeom prst="rect">
            <a:avLst/>
          </a:prstGeom>
        </p:spPr>
      </p:pic>
      <p:pic>
        <p:nvPicPr>
          <p:cNvPr id="17" name="圖片 16" descr="95ef760cd3574413bb7c610c4c6c518b"/>
          <p:cNvPicPr>
            <a:picLocks noChangeAspect="1"/>
          </p:cNvPicPr>
          <p:nvPr/>
        </p:nvPicPr>
        <p:blipFill>
          <a:blip r:embed="rId11"/>
          <a:stretch>
            <a:fillRect/>
          </a:stretch>
        </p:blipFill>
        <p:spPr>
          <a:xfrm>
            <a:off x="467360" y="2044065"/>
            <a:ext cx="1344930" cy="815975"/>
          </a:xfrm>
          <a:prstGeom prst="rect">
            <a:avLst/>
          </a:prstGeom>
        </p:spPr>
      </p:pic>
      <p:pic>
        <p:nvPicPr>
          <p:cNvPr id="18" name="圖片 17" descr="微信图片_20251218124549_387_54"/>
          <p:cNvPicPr>
            <a:picLocks noChangeAspect="1"/>
          </p:cNvPicPr>
          <p:nvPr/>
        </p:nvPicPr>
        <p:blipFill>
          <a:blip r:embed="rId12"/>
          <a:stretch>
            <a:fillRect/>
          </a:stretch>
        </p:blipFill>
        <p:spPr>
          <a:xfrm>
            <a:off x="4211955" y="1708150"/>
            <a:ext cx="2926080" cy="1767840"/>
          </a:xfrm>
          <a:prstGeom prst="rect">
            <a:avLst/>
          </a:prstGeom>
        </p:spPr>
      </p:pic>
      <p:pic>
        <p:nvPicPr>
          <p:cNvPr id="19" name="圖片 18" descr="微信图片_20251218124832_388_54"/>
          <p:cNvPicPr>
            <a:picLocks noChangeAspect="1"/>
          </p:cNvPicPr>
          <p:nvPr/>
        </p:nvPicPr>
        <p:blipFill>
          <a:blip r:embed="rId13"/>
          <a:stretch>
            <a:fillRect/>
          </a:stretch>
        </p:blipFill>
        <p:spPr>
          <a:xfrm>
            <a:off x="2572385" y="2261870"/>
            <a:ext cx="1631950" cy="650240"/>
          </a:xfrm>
          <a:prstGeom prst="rect">
            <a:avLst/>
          </a:prstGeom>
        </p:spPr>
      </p:pic>
      <p:pic>
        <p:nvPicPr>
          <p:cNvPr id="20" name="圖片 19" descr="微信图片_20251218125002_389_54"/>
          <p:cNvPicPr>
            <a:picLocks noChangeAspect="1"/>
          </p:cNvPicPr>
          <p:nvPr/>
        </p:nvPicPr>
        <p:blipFill>
          <a:blip r:embed="rId14"/>
          <a:stretch>
            <a:fillRect/>
          </a:stretch>
        </p:blipFill>
        <p:spPr>
          <a:xfrm>
            <a:off x="179705" y="3302635"/>
            <a:ext cx="1701800" cy="1344930"/>
          </a:xfrm>
          <a:prstGeom prst="rect">
            <a:avLst/>
          </a:prstGeom>
        </p:spPr>
      </p:pic>
      <p:pic>
        <p:nvPicPr>
          <p:cNvPr id="21" name="圖片 20" descr="images (3)"/>
          <p:cNvPicPr>
            <a:picLocks noChangeAspect="1"/>
          </p:cNvPicPr>
          <p:nvPr/>
        </p:nvPicPr>
        <p:blipFill>
          <a:blip r:embed="rId15"/>
          <a:stretch>
            <a:fillRect/>
          </a:stretch>
        </p:blipFill>
        <p:spPr>
          <a:xfrm>
            <a:off x="2771775" y="3435985"/>
            <a:ext cx="1296035" cy="1296035"/>
          </a:xfrm>
          <a:prstGeom prst="rect">
            <a:avLst/>
          </a:prstGeom>
        </p:spPr>
      </p:pic>
      <p:pic>
        <p:nvPicPr>
          <p:cNvPr id="22" name="圖片 21" descr="微信图片_20251218125237_390_54"/>
          <p:cNvPicPr>
            <a:picLocks noChangeAspect="1"/>
          </p:cNvPicPr>
          <p:nvPr/>
        </p:nvPicPr>
        <p:blipFill>
          <a:blip r:embed="rId16"/>
          <a:stretch>
            <a:fillRect/>
          </a:stretch>
        </p:blipFill>
        <p:spPr>
          <a:xfrm>
            <a:off x="4787900" y="1059815"/>
            <a:ext cx="1777365" cy="993775"/>
          </a:xfrm>
          <a:prstGeom prst="rect">
            <a:avLst/>
          </a:prstGeom>
        </p:spPr>
      </p:pic>
      <p:pic>
        <p:nvPicPr>
          <p:cNvPr id="23" name="圖片 22" descr="微信图片_20251218125437_391_54"/>
          <p:cNvPicPr>
            <a:picLocks noChangeAspect="1"/>
          </p:cNvPicPr>
          <p:nvPr/>
        </p:nvPicPr>
        <p:blipFill>
          <a:blip r:embed="rId17"/>
          <a:stretch>
            <a:fillRect/>
          </a:stretch>
        </p:blipFill>
        <p:spPr>
          <a:xfrm>
            <a:off x="6858635" y="1869440"/>
            <a:ext cx="1985645" cy="1652270"/>
          </a:xfrm>
          <a:prstGeom prst="rect">
            <a:avLst/>
          </a:prstGeom>
        </p:spPr>
      </p:pic>
      <p:pic>
        <p:nvPicPr>
          <p:cNvPr id="2" name="圖片 1" descr="微信图片_20251218125924_392_54"/>
          <p:cNvPicPr>
            <a:picLocks noChangeAspect="1"/>
          </p:cNvPicPr>
          <p:nvPr/>
        </p:nvPicPr>
        <p:blipFill>
          <a:blip r:embed="rId18"/>
          <a:stretch>
            <a:fillRect/>
          </a:stretch>
        </p:blipFill>
        <p:spPr>
          <a:xfrm>
            <a:off x="4708525" y="3291840"/>
            <a:ext cx="1739900" cy="12833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0" y="218"/>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4" name="圖片 3"/>
          <p:cNvPicPr>
            <a:picLocks noChangeAspect="1"/>
          </p:cNvPicPr>
          <p:nvPr/>
        </p:nvPicPr>
        <p:blipFill>
          <a:blip r:embed="rId6"/>
          <a:stretch>
            <a:fillRect/>
          </a:stretch>
        </p:blipFill>
        <p:spPr>
          <a:xfrm>
            <a:off x="179705" y="771525"/>
            <a:ext cx="2259330" cy="1734185"/>
          </a:xfrm>
          <a:prstGeom prst="rect">
            <a:avLst/>
          </a:prstGeom>
          <a:effectLst>
            <a:softEdge rad="63500"/>
          </a:effectLst>
        </p:spPr>
      </p:pic>
      <p:pic>
        <p:nvPicPr>
          <p:cNvPr id="7" name="圖片 6"/>
          <p:cNvPicPr>
            <a:picLocks noChangeAspect="1"/>
          </p:cNvPicPr>
          <p:nvPr/>
        </p:nvPicPr>
        <p:blipFill>
          <a:blip r:embed="rId7"/>
          <a:stretch>
            <a:fillRect/>
          </a:stretch>
        </p:blipFill>
        <p:spPr>
          <a:xfrm>
            <a:off x="3563620" y="616585"/>
            <a:ext cx="2917190" cy="1697355"/>
          </a:xfrm>
          <a:prstGeom prst="rect">
            <a:avLst/>
          </a:prstGeom>
          <a:effectLst>
            <a:softEdge rad="127000"/>
          </a:effectLst>
        </p:spPr>
      </p:pic>
      <p:pic>
        <p:nvPicPr>
          <p:cNvPr id="8" name="圖片 7"/>
          <p:cNvPicPr>
            <a:picLocks noChangeAspect="1"/>
          </p:cNvPicPr>
          <p:nvPr/>
        </p:nvPicPr>
        <p:blipFill>
          <a:blip r:embed="rId8"/>
          <a:stretch>
            <a:fillRect/>
          </a:stretch>
        </p:blipFill>
        <p:spPr>
          <a:xfrm>
            <a:off x="6443980" y="987425"/>
            <a:ext cx="2338070" cy="2061845"/>
          </a:xfrm>
          <a:prstGeom prst="rect">
            <a:avLst/>
          </a:prstGeom>
          <a:effectLst>
            <a:softEdge rad="127000"/>
          </a:effectLst>
        </p:spPr>
      </p:pic>
      <p:pic>
        <p:nvPicPr>
          <p:cNvPr id="10" name="圖片 9"/>
          <p:cNvPicPr>
            <a:picLocks noChangeAspect="1"/>
          </p:cNvPicPr>
          <p:nvPr/>
        </p:nvPicPr>
        <p:blipFill>
          <a:blip r:embed="rId9"/>
          <a:stretch>
            <a:fillRect/>
          </a:stretch>
        </p:blipFill>
        <p:spPr>
          <a:xfrm>
            <a:off x="107315" y="2931795"/>
            <a:ext cx="2546985" cy="1951990"/>
          </a:xfrm>
          <a:prstGeom prst="rect">
            <a:avLst/>
          </a:prstGeom>
          <a:effectLst>
            <a:softEdge rad="127000"/>
          </a:effectLst>
        </p:spPr>
      </p:pic>
      <p:pic>
        <p:nvPicPr>
          <p:cNvPr id="12" name="圖片 11"/>
          <p:cNvPicPr>
            <a:picLocks noChangeAspect="1"/>
          </p:cNvPicPr>
          <p:nvPr/>
        </p:nvPicPr>
        <p:blipFill>
          <a:blip r:embed="rId10"/>
          <a:stretch>
            <a:fillRect/>
          </a:stretch>
        </p:blipFill>
        <p:spPr>
          <a:xfrm>
            <a:off x="6355715" y="3075940"/>
            <a:ext cx="2601595" cy="1763395"/>
          </a:xfrm>
          <a:prstGeom prst="rect">
            <a:avLst/>
          </a:prstGeom>
          <a:effectLst>
            <a:softEdge rad="127000"/>
          </a:effectLst>
        </p:spPr>
      </p:pic>
      <p:pic>
        <p:nvPicPr>
          <p:cNvPr id="13" name="圖片 12"/>
          <p:cNvPicPr>
            <a:picLocks noChangeAspect="1"/>
          </p:cNvPicPr>
          <p:nvPr/>
        </p:nvPicPr>
        <p:blipFill>
          <a:blip r:embed="rId11"/>
          <a:stretch>
            <a:fillRect/>
          </a:stretch>
        </p:blipFill>
        <p:spPr>
          <a:xfrm>
            <a:off x="1763395" y="1491615"/>
            <a:ext cx="2628900" cy="1866265"/>
          </a:xfrm>
          <a:prstGeom prst="rect">
            <a:avLst/>
          </a:prstGeom>
          <a:effectLst>
            <a:softEdge rad="127000"/>
          </a:effectLst>
        </p:spPr>
      </p:pic>
      <p:pic>
        <p:nvPicPr>
          <p:cNvPr id="11" name="圖片 10"/>
          <p:cNvPicPr>
            <a:picLocks noChangeAspect="1"/>
          </p:cNvPicPr>
          <p:nvPr/>
        </p:nvPicPr>
        <p:blipFill>
          <a:blip r:embed="rId12"/>
          <a:stretch>
            <a:fillRect/>
          </a:stretch>
        </p:blipFill>
        <p:spPr>
          <a:xfrm>
            <a:off x="3438525" y="2859405"/>
            <a:ext cx="2933700" cy="2127250"/>
          </a:xfrm>
          <a:prstGeom prst="rect">
            <a:avLst/>
          </a:prstGeom>
          <a:effectLst>
            <a:softEdge rad="127000"/>
          </a:effectLst>
        </p:spPr>
      </p:pic>
      <p:sp>
        <p:nvSpPr>
          <p:cNvPr id="14" name="文本框 22"/>
          <p:cNvSpPr txBox="1"/>
          <p:nvPr>
            <p:custDataLst>
              <p:tags r:id="rId13"/>
            </p:custDataLst>
          </p:nvPr>
        </p:nvSpPr>
        <p:spPr>
          <a:xfrm>
            <a:off x="5260340" y="156210"/>
            <a:ext cx="3649980"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Case Studies &amp; Clients</a:t>
            </a:r>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 name="圖片 1" descr="c82a25f478367eba3b42099907861329"/>
          <p:cNvPicPr>
            <a:picLocks noChangeAspect="1"/>
          </p:cNvPicPr>
          <p:nvPr/>
        </p:nvPicPr>
        <p:blipFill>
          <a:blip r:embed="rId6"/>
          <a:stretch>
            <a:fillRect/>
          </a:stretch>
        </p:blipFill>
        <p:spPr>
          <a:xfrm>
            <a:off x="-27305" y="998855"/>
            <a:ext cx="2604770" cy="3476625"/>
          </a:xfrm>
          <a:prstGeom prst="rect">
            <a:avLst/>
          </a:prstGeom>
          <a:effectLst>
            <a:softEdge rad="127000"/>
          </a:effectLst>
        </p:spPr>
      </p:pic>
      <p:pic>
        <p:nvPicPr>
          <p:cNvPr id="4" name="圖片 3"/>
          <p:cNvPicPr>
            <a:picLocks noChangeAspect="1"/>
          </p:cNvPicPr>
          <p:nvPr/>
        </p:nvPicPr>
        <p:blipFill>
          <a:blip r:embed="rId7"/>
          <a:stretch>
            <a:fillRect/>
          </a:stretch>
        </p:blipFill>
        <p:spPr>
          <a:xfrm>
            <a:off x="2552700" y="568960"/>
            <a:ext cx="2881630" cy="4265930"/>
          </a:xfrm>
          <a:prstGeom prst="rect">
            <a:avLst/>
          </a:prstGeom>
          <a:effectLst>
            <a:softEdge rad="63500"/>
          </a:effectLst>
        </p:spPr>
      </p:pic>
      <p:pic>
        <p:nvPicPr>
          <p:cNvPr id="7" name="圖片 6"/>
          <p:cNvPicPr>
            <a:picLocks noChangeAspect="1"/>
          </p:cNvPicPr>
          <p:nvPr/>
        </p:nvPicPr>
        <p:blipFill>
          <a:blip r:embed="rId8"/>
          <a:stretch>
            <a:fillRect/>
          </a:stretch>
        </p:blipFill>
        <p:spPr>
          <a:xfrm>
            <a:off x="5524500" y="699770"/>
            <a:ext cx="2855595" cy="2240280"/>
          </a:xfrm>
          <a:prstGeom prst="rect">
            <a:avLst/>
          </a:prstGeom>
          <a:effectLst>
            <a:softEdge rad="127000"/>
          </a:effectLst>
        </p:spPr>
      </p:pic>
      <p:pic>
        <p:nvPicPr>
          <p:cNvPr id="8" name="圖片 7"/>
          <p:cNvPicPr>
            <a:picLocks noChangeAspect="1"/>
          </p:cNvPicPr>
          <p:nvPr/>
        </p:nvPicPr>
        <p:blipFill>
          <a:blip r:embed="rId9"/>
          <a:stretch>
            <a:fillRect/>
          </a:stretch>
        </p:blipFill>
        <p:spPr>
          <a:xfrm>
            <a:off x="5612130" y="2860040"/>
            <a:ext cx="2767965" cy="2089150"/>
          </a:xfrm>
          <a:prstGeom prst="rect">
            <a:avLst/>
          </a:prstGeom>
          <a:effectLst>
            <a:softEdge rad="127000"/>
          </a:effectLst>
        </p:spPr>
      </p:pic>
      <p:sp>
        <p:nvSpPr>
          <p:cNvPr id="10" name="文本框 22"/>
          <p:cNvSpPr txBox="1"/>
          <p:nvPr>
            <p:custDataLst>
              <p:tags r:id="rId10"/>
            </p:custDataLst>
          </p:nvPr>
        </p:nvSpPr>
        <p:spPr>
          <a:xfrm>
            <a:off x="5260340" y="156210"/>
            <a:ext cx="3649980"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Case Studies &amp; Clients</a:t>
            </a:r>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92076" y="-7737"/>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23" name="文本框 22"/>
          <p:cNvSpPr txBox="1"/>
          <p:nvPr>
            <p:custDataLst>
              <p:tags r:id="rId6"/>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12" name="矩形 11"/>
          <p:cNvSpPr/>
          <p:nvPr/>
        </p:nvSpPr>
        <p:spPr>
          <a:xfrm>
            <a:off x="1619885" y="1038860"/>
            <a:ext cx="288988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7"/>
            </p:custDataLst>
          </p:nvPr>
        </p:nvSpPr>
        <p:spPr>
          <a:xfrm>
            <a:off x="4554220" y="2859405"/>
            <a:ext cx="2950210" cy="1727835"/>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14" name="图片 1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54220" y="955675"/>
            <a:ext cx="3057525" cy="1898650"/>
          </a:xfrm>
          <a:prstGeom prst="rect">
            <a:avLst/>
          </a:prstGeom>
          <a:ln>
            <a:noFill/>
          </a:ln>
          <a:effectLst>
            <a:softEdge rad="112500"/>
          </a:effectLst>
        </p:spPr>
      </p:pic>
      <p:pic>
        <p:nvPicPr>
          <p:cNvPr id="15" name="图片 1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12570" y="2766695"/>
            <a:ext cx="3055620" cy="1937385"/>
          </a:xfrm>
          <a:prstGeom prst="rect">
            <a:avLst/>
          </a:prstGeom>
          <a:ln>
            <a:noFill/>
          </a:ln>
          <a:effectLst>
            <a:softEdge rad="112500"/>
          </a:effectLst>
        </p:spPr>
      </p:pic>
      <p:sp>
        <p:nvSpPr>
          <p:cNvPr id="2" name="文本框 1"/>
          <p:cNvSpPr txBox="1"/>
          <p:nvPr>
            <p:custDataLst>
              <p:tags r:id="rId10"/>
            </p:custDataLst>
          </p:nvPr>
        </p:nvSpPr>
        <p:spPr>
          <a:xfrm>
            <a:off x="2019542" y="629124"/>
            <a:ext cx="2091948" cy="409627"/>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400" b="1" dirty="0">
                <a:solidFill>
                  <a:srgbClr val="F8DBCB"/>
                </a:solidFill>
                <a:latin typeface="微软雅黑" panose="020B0503020204020204" pitchFamily="34" charset="-122"/>
                <a:ea typeface="微软雅黑" panose="020B0503020204020204" pitchFamily="34" charset="-122"/>
                <a:sym typeface="+mn-ea"/>
              </a:rPr>
              <a:t>Storage AGV</a:t>
            </a:r>
            <a:endParaRPr lang="en-US" altLang="zh-CN" sz="2400" b="1" dirty="0">
              <a:solidFill>
                <a:srgbClr val="F8DBCB"/>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641475" y="1235075"/>
            <a:ext cx="2926715" cy="133540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L1060*W750*H290 (mm)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Lifting capacity: 1000kg-3000kg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Drive type: Differential drive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Loading method: Lifting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635500" y="2971165"/>
            <a:ext cx="2882900" cy="160528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navigation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 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 Lifting height: 50mm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climbing capability: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7482" y="-28122"/>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1028"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16015" y="879574"/>
            <a:ext cx="3402603" cy="1813204"/>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68705" y="690880"/>
            <a:ext cx="3159760" cy="421767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圖片 1"/>
          <p:cNvPicPr>
            <a:picLocks noChangeAspect="1"/>
          </p:cNvPicPr>
          <p:nvPr/>
        </p:nvPicPr>
        <p:blipFill>
          <a:blip r:embed="rId8"/>
          <a:stretch>
            <a:fillRect/>
          </a:stretch>
        </p:blipFill>
        <p:spPr>
          <a:xfrm>
            <a:off x="4716145" y="2693035"/>
            <a:ext cx="3418205" cy="2244090"/>
          </a:xfrm>
          <a:prstGeom prst="rect">
            <a:avLst/>
          </a:prstGeom>
          <a:effectLst>
            <a:softEdge rad="127000"/>
          </a:effectLst>
        </p:spPr>
      </p:pic>
      <p:sp>
        <p:nvSpPr>
          <p:cNvPr id="4" name="文本框 3"/>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246505" y="1060450"/>
            <a:ext cx="3344545" cy="178371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71695" y="3003169"/>
            <a:ext cx="3309446" cy="1861888"/>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57212" y="956405"/>
            <a:ext cx="3274210" cy="2046381"/>
          </a:xfrm>
          <a:prstGeom prst="rect">
            <a:avLst/>
          </a:prstGeom>
          <a:ln>
            <a:noFill/>
          </a:ln>
          <a:effectLst>
            <a:softEdge rad="112500"/>
          </a:effectLst>
        </p:spPr>
      </p:pic>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46505" y="2860040"/>
            <a:ext cx="3345180" cy="2090420"/>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971550" y="630555"/>
            <a:ext cx="4307205" cy="46799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400" b="1" dirty="0">
                <a:solidFill>
                  <a:srgbClr val="F8DBCB"/>
                </a:solidFill>
                <a:latin typeface="微软雅黑" panose="020B0503020204020204" pitchFamily="34" charset="-122"/>
                <a:ea typeface="微软雅黑" panose="020B0503020204020204" pitchFamily="34" charset="-122"/>
                <a:sym typeface="+mn-ea"/>
              </a:rPr>
              <a:t>omnidirectional drum AGV</a:t>
            </a:r>
            <a:endParaRPr lang="en-US" altLang="zh-CN" sz="24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341755" y="1250950"/>
            <a:ext cx="3110230" cy="151003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L3210*W1500*H2000 (mm) Drum interface: 500mm (custom)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Drive mechanism: MacNam wheel drive / steering wheel</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type: load-bearing drum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4742180" y="2931795"/>
            <a:ext cx="3239135" cy="201485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1000kg-3000kg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navigation/QR code/magnetic strip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Lifting height: 1000mm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climbing capability: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07990" y="988060"/>
            <a:ext cx="2851785" cy="360807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 y="1131570"/>
            <a:ext cx="4619625" cy="337693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187450" y="915670"/>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46930" y="2789809"/>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2" name="图片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43755" y="751840"/>
            <a:ext cx="3418205" cy="2019300"/>
          </a:xfrm>
          <a:prstGeom prst="rect">
            <a:avLst/>
          </a:prstGeom>
          <a:ln>
            <a:noFill/>
          </a:ln>
          <a:effectLst>
            <a:softEdge rad="112500"/>
          </a:effectLst>
        </p:spPr>
      </p:pic>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81058" y="2644199"/>
            <a:ext cx="3550732" cy="2219208"/>
          </a:xfrm>
          <a:prstGeom prst="rect">
            <a:avLst/>
          </a:prstGeom>
          <a:ln>
            <a:noFill/>
          </a:ln>
          <a:effectLst>
            <a:softEdge rad="112500"/>
          </a:effectLst>
        </p:spPr>
      </p:pic>
      <p:sp>
        <p:nvSpPr>
          <p:cNvPr id="7" name="文本框 6"/>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10" name="文本框 9"/>
          <p:cNvSpPr txBox="1"/>
          <p:nvPr>
            <p:custDataLst>
              <p:tags r:id="rId10"/>
            </p:custDataLst>
          </p:nvPr>
        </p:nvSpPr>
        <p:spPr>
          <a:xfrm>
            <a:off x="905510" y="506095"/>
            <a:ext cx="4175125"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omnidirectional lifting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251585" y="1029335"/>
            <a:ext cx="3255010" cy="165036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L4500*W1400*H500 (mm) Minimum lifting height: 500mm (customizable)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Drive system: MacNam wheel drive Loading mechanism: Double scissor lift</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682490" y="2722880"/>
            <a:ext cx="3274060" cy="197421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4000kg-10000kg Navigation methods: Laser guidance/QR code/magnetic strip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Lifting height: 1000mm (customizable) 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climbing capability: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13" y="1089020"/>
            <a:ext cx="4392149" cy="3294112"/>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43447" y="739575"/>
            <a:ext cx="4266272" cy="3993002"/>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226185" y="916305"/>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07560" y="3006090"/>
            <a:ext cx="3362325" cy="1821180"/>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2" name="图片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07878" y="771663"/>
            <a:ext cx="3381136" cy="2113210"/>
          </a:xfrm>
          <a:prstGeom prst="rect">
            <a:avLst/>
          </a:prstGeom>
          <a:ln>
            <a:noFill/>
          </a:ln>
          <a:effectLst>
            <a:softEdge rad="112500"/>
          </a:effectLst>
        </p:spPr>
      </p:pic>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6921" y="2726465"/>
            <a:ext cx="3510639" cy="2194150"/>
          </a:xfrm>
          <a:prstGeom prst="rect">
            <a:avLst/>
          </a:prstGeom>
          <a:ln>
            <a:noFill/>
          </a:ln>
          <a:effectLst>
            <a:softEdge rad="112500"/>
          </a:effectLst>
        </p:spPr>
      </p:pic>
      <p:sp>
        <p:nvSpPr>
          <p:cNvPr id="7" name="文本框 6"/>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10" name="文本框 9"/>
          <p:cNvSpPr txBox="1"/>
          <p:nvPr>
            <p:custDataLst>
              <p:tags r:id="rId10"/>
            </p:custDataLst>
          </p:nvPr>
        </p:nvSpPr>
        <p:spPr>
          <a:xfrm>
            <a:off x="1185545" y="483870"/>
            <a:ext cx="377190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All-Front Forklift Lift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276350" y="958850"/>
            <a:ext cx="3227070" cy="163449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L3000*W2100*H2000 (mm) Lifting capacity: 2000kg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Drive system: Dual steering wheel drive/MacNamah wheel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Loading method: Lift</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695825" y="3049270"/>
            <a:ext cx="3198495" cy="172275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navigation Travel speed: 0-50mm/min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Lifting height: 1000mm-10000mm (customizable)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climbing capability: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490" y="988060"/>
            <a:ext cx="3898265" cy="3549015"/>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圖片 1"/>
          <p:cNvPicPr>
            <a:picLocks noChangeAspect="1"/>
          </p:cNvPicPr>
          <p:nvPr/>
        </p:nvPicPr>
        <p:blipFill>
          <a:blip r:embed="rId7"/>
          <a:stretch>
            <a:fillRect/>
          </a:stretch>
        </p:blipFill>
        <p:spPr>
          <a:xfrm>
            <a:off x="4787900" y="1037590"/>
            <a:ext cx="3136265" cy="3594735"/>
          </a:xfrm>
          <a:prstGeom prst="rect">
            <a:avLst/>
          </a:prstGeom>
          <a:effectLst>
            <a:softEdge rad="127000"/>
          </a:effectLst>
        </p:spPr>
      </p:pic>
      <p:sp>
        <p:nvSpPr>
          <p:cNvPr id="4" name="文本框 3"/>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265555" y="941070"/>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76775" y="2956179"/>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descr="E:/广州市添越自动化技术有限公司/添越产品图片公司资料/渲染效果图/麦轮前移叉车/微信图片_20240612110638.jpg微信图片_20240612110638"/>
          <p:cNvPicPr>
            <a:picLocks noChangeAspect="1"/>
          </p:cNvPicPr>
          <p:nvPr/>
        </p:nvPicPr>
        <p:blipFill>
          <a:blip r:embed="rId7"/>
          <a:srcRect t="8" b="8"/>
          <a:stretch>
            <a:fillRect/>
          </a:stretch>
        </p:blipFill>
        <p:spPr>
          <a:xfrm>
            <a:off x="4661734" y="851828"/>
            <a:ext cx="3366650" cy="2104156"/>
          </a:xfrm>
          <a:prstGeom prst="rect">
            <a:avLst/>
          </a:prstGeom>
          <a:ln>
            <a:noFill/>
          </a:ln>
          <a:effectLst>
            <a:softEdge rad="112500"/>
          </a:effectLst>
        </p:spPr>
      </p:pic>
      <p:pic>
        <p:nvPicPr>
          <p:cNvPr id="10" name="图片 9" descr="E:/广州市添越自动化技术有限公司/添越产品图片公司资料/渲染效果图/麦轮前移叉车/微信图片_20240612110642.jpg微信图片_20240612110642"/>
          <p:cNvPicPr>
            <a:picLocks noChangeAspect="1"/>
          </p:cNvPicPr>
          <p:nvPr/>
        </p:nvPicPr>
        <p:blipFill>
          <a:blip r:embed="rId8"/>
          <a:srcRect l="12" r="12"/>
          <a:stretch>
            <a:fillRect/>
          </a:stretch>
        </p:blipFill>
        <p:spPr>
          <a:xfrm>
            <a:off x="1199033" y="2755203"/>
            <a:ext cx="3477588" cy="2173493"/>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1161415" y="531495"/>
            <a:ext cx="379222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All-direction forklift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441450" y="1139190"/>
            <a:ext cx="3065780" cy="140652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L3500*W1100*H2433 (mm) Drive type: MacNam wheel drive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method: Front fork lift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Working mode: 24-hour operation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926330" y="3006090"/>
            <a:ext cx="3043555" cy="182181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1500kg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guidance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3000mm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≤4</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05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4650" y="1100602"/>
            <a:ext cx="3378250" cy="3344179"/>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0165" y="1131322"/>
            <a:ext cx="5157697" cy="3249538"/>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176020" y="972185"/>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43755" y="3062224"/>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72199" y="882943"/>
            <a:ext cx="3366650" cy="2104156"/>
          </a:xfrm>
          <a:prstGeom prst="rect">
            <a:avLst/>
          </a:prstGeom>
          <a:ln>
            <a:noFill/>
          </a:ln>
          <a:effectLst>
            <a:softEdge rad="112500"/>
          </a:effectLst>
        </p:spPr>
      </p:pic>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9498" y="2786318"/>
            <a:ext cx="3477588" cy="2173493"/>
          </a:xfrm>
          <a:prstGeom prst="rect">
            <a:avLst/>
          </a:prstGeom>
          <a:ln>
            <a:noFill/>
          </a:ln>
          <a:effectLst>
            <a:softEdge rad="112500"/>
          </a:effectLst>
        </p:spPr>
      </p:pic>
      <p:sp>
        <p:nvSpPr>
          <p:cNvPr id="2" name="文本框 1"/>
          <p:cNvSpPr txBox="1"/>
          <p:nvPr>
            <p:custDataLst>
              <p:tags r:id="rId9"/>
            </p:custDataLst>
          </p:nvPr>
        </p:nvSpPr>
        <p:spPr>
          <a:xfrm>
            <a:off x="6070600" y="156210"/>
            <a:ext cx="2839720" cy="532130"/>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1099820" y="562610"/>
            <a:ext cx="356108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All-direction forklift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334770" y="1126490"/>
            <a:ext cx="3185795" cy="149161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L3500*W1100*H2433 (mm) Drive type: MacNam wheel drive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method: Front fork lift Working mode: 24-hour operation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822825" y="3152775"/>
            <a:ext cx="3133725" cy="175069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1500kg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guidance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2000mm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≤4</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6" y="-7737"/>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5122"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583" y="1203598"/>
            <a:ext cx="4034025" cy="3024336"/>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3710" y="1320165"/>
            <a:ext cx="4499610" cy="2814955"/>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043305" y="939800"/>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13275" y="2856865"/>
            <a:ext cx="3268980" cy="2030095"/>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2" name="图片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37075" y="768350"/>
            <a:ext cx="3378200" cy="2042795"/>
          </a:xfrm>
          <a:prstGeom prst="rect">
            <a:avLst/>
          </a:prstGeom>
          <a:ln>
            <a:noFill/>
          </a:ln>
          <a:effectLst>
            <a:softEdge rad="112500"/>
          </a:effectLst>
        </p:spPr>
      </p:pic>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3753" y="2667401"/>
            <a:ext cx="3679294" cy="2299559"/>
          </a:xfrm>
          <a:prstGeom prst="rect">
            <a:avLst/>
          </a:prstGeom>
          <a:ln>
            <a:noFill/>
          </a:ln>
          <a:effectLst>
            <a:softEdge rad="112500"/>
          </a:effectLst>
        </p:spPr>
      </p:pic>
      <p:sp>
        <p:nvSpPr>
          <p:cNvPr id="7" name="文本框 6"/>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10" name="文本框 9"/>
          <p:cNvSpPr txBox="1"/>
          <p:nvPr>
            <p:custDataLst>
              <p:tags r:id="rId10"/>
            </p:custDataLst>
          </p:nvPr>
        </p:nvSpPr>
        <p:spPr>
          <a:xfrm>
            <a:off x="828040" y="628015"/>
            <a:ext cx="464185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1800" b="1" dirty="0">
                <a:solidFill>
                  <a:srgbClr val="F8DBCB"/>
                </a:solidFill>
                <a:latin typeface="微软雅黑" panose="020B0503020204020204" pitchFamily="34" charset="-122"/>
                <a:ea typeface="微软雅黑" panose="020B0503020204020204" pitchFamily="34" charset="-122"/>
                <a:sym typeface="+mn-ea"/>
              </a:rPr>
              <a:t>Unidirectional balanced dual fork AGV</a:t>
            </a:r>
            <a:endParaRPr lang="en-US" altLang="zh-CN" sz="18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172845" y="1049655"/>
            <a:ext cx="3304540" cy="148018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L1600</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W1100</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H2230 (mm)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Drive Type: Mecanum Wheel Drive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Method: Side Fork Lifting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Operation Mode: 24/7 Continuous Operation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4788535" y="2940050"/>
            <a:ext cx="3014345" cy="188722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100kg*2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Guidance method: Laser navigation Travel speed: 0-50mm/min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1500mm 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climbing capability: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614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1600" y="771550"/>
            <a:ext cx="3151451" cy="4207771"/>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4027" y="843940"/>
            <a:ext cx="3733613" cy="4212281"/>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 name="矩形 4"/>
          <p:cNvSpPr/>
          <p:nvPr>
            <p:custDataLst>
              <p:tags r:id="rId2"/>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3"/>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4"/>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5"/>
            </p:custDataLst>
          </p:nvPr>
        </p:nvPicPr>
        <p:blipFill>
          <a:blip r:embed="rId6"/>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193800" y="1001395"/>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7"/>
            </p:custDataLst>
          </p:nvPr>
        </p:nvSpPr>
        <p:spPr>
          <a:xfrm>
            <a:off x="4629150" y="3004439"/>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descr="E:/广州市添越自动化技术有限公司/添越产品图片公司资料/渲染效果图/STEP/微信图片_20240603093636.png微信图片_20240603093636"/>
          <p:cNvPicPr>
            <a:picLocks noChangeAspect="1"/>
          </p:cNvPicPr>
          <p:nvPr/>
        </p:nvPicPr>
        <p:blipFill>
          <a:blip r:embed="rId8"/>
          <a:srcRect t="8" b="8"/>
          <a:stretch>
            <a:fillRect/>
          </a:stretch>
        </p:blipFill>
        <p:spPr>
          <a:xfrm>
            <a:off x="4605219" y="844208"/>
            <a:ext cx="3366650" cy="2104156"/>
          </a:xfrm>
          <a:prstGeom prst="rect">
            <a:avLst/>
          </a:prstGeom>
          <a:ln>
            <a:noFill/>
          </a:ln>
          <a:effectLst>
            <a:softEdge rad="112500"/>
          </a:effectLst>
        </p:spPr>
      </p:pic>
      <p:pic>
        <p:nvPicPr>
          <p:cNvPr id="10" name="图片 9" descr="E:/广州市添越自动化技术有限公司/添越产品图片公司资料/渲染效果图/STEP/微信图片_20240603093648.png微信图片_20240603093648"/>
          <p:cNvPicPr>
            <a:picLocks noChangeAspect="1"/>
          </p:cNvPicPr>
          <p:nvPr/>
        </p:nvPicPr>
        <p:blipFill>
          <a:blip r:embed="rId9"/>
          <a:srcRect l="12" r="12"/>
          <a:stretch>
            <a:fillRect/>
          </a:stretch>
        </p:blipFill>
        <p:spPr>
          <a:xfrm>
            <a:off x="1127278" y="2788223"/>
            <a:ext cx="3477588" cy="2173493"/>
          </a:xfrm>
          <a:prstGeom prst="rect">
            <a:avLst/>
          </a:prstGeom>
          <a:ln>
            <a:noFill/>
          </a:ln>
          <a:effectLst>
            <a:softEdge rad="112500"/>
          </a:effectLst>
        </p:spPr>
      </p:pic>
      <p:sp>
        <p:nvSpPr>
          <p:cNvPr id="2" name="文本框 1"/>
          <p:cNvSpPr txBox="1"/>
          <p:nvPr>
            <p:custDataLst>
              <p:tags r:id="rId10"/>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14" name="文本框 13"/>
          <p:cNvSpPr txBox="1"/>
          <p:nvPr>
            <p:custDataLst>
              <p:tags r:id="rId11"/>
            </p:custDataLst>
          </p:nvPr>
        </p:nvSpPr>
        <p:spPr>
          <a:xfrm>
            <a:off x="1127125" y="605155"/>
            <a:ext cx="3621405"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All-direction forklift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367790" y="1100455"/>
            <a:ext cx="3154045" cy="147129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L3500*W1100*H2433 (mm) Drive type: MacNam wheel drive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method: Front fork lift Working mode: 24-hour operation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4834890" y="3041015"/>
            <a:ext cx="3098800" cy="181800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1500kg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guidance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 Maximum lifting height: 1500mm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≤4</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819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7360" y="988060"/>
            <a:ext cx="3763645" cy="340868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27855" y="968375"/>
            <a:ext cx="4302125" cy="3428365"/>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176020" y="933450"/>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29150" y="2973959"/>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descr="E:/广州市添越自动化技术有限公司/添越产品图片公司资料/渲染效果图/TY68S叉臂麦轮AGV-同步带-卸货状态(2)JPG/TY68S叉臂麦轮AGV-同步带-卸货状态(2)_摄像机_10_a.jpgTY68S叉臂麦轮AGV-同步带-卸货状态(2)_摄像机_10_a"/>
          <p:cNvPicPr>
            <a:picLocks noChangeAspect="1"/>
          </p:cNvPicPr>
          <p:nvPr/>
        </p:nvPicPr>
        <p:blipFill>
          <a:blip r:embed="rId7"/>
          <a:srcRect t="8" b="8"/>
          <a:stretch>
            <a:fillRect/>
          </a:stretch>
        </p:blipFill>
        <p:spPr>
          <a:xfrm>
            <a:off x="4572199" y="844208"/>
            <a:ext cx="3366650" cy="2104156"/>
          </a:xfrm>
          <a:prstGeom prst="rect">
            <a:avLst/>
          </a:prstGeom>
          <a:ln>
            <a:noFill/>
          </a:ln>
          <a:effectLst>
            <a:softEdge rad="112500"/>
          </a:effectLst>
        </p:spPr>
      </p:pic>
      <p:pic>
        <p:nvPicPr>
          <p:cNvPr id="10" name="图片 9" descr="E:/广州市添越自动化技术有限公司/添越产品图片公司资料/渲染效果图/TY68S叉臂麦轮AGV-同步带-卸货状态(2)JPG/TY68S叉臂麦轮AGV-同步带-卸货状态(2)_摄像机_8_a.jpgTY68S叉臂麦轮AGV-同步带-卸货状态(2)_摄像机_8_a"/>
          <p:cNvPicPr>
            <a:picLocks noChangeAspect="1"/>
          </p:cNvPicPr>
          <p:nvPr/>
        </p:nvPicPr>
        <p:blipFill>
          <a:blip r:embed="rId8"/>
          <a:srcRect l="12" r="12"/>
          <a:stretch>
            <a:fillRect/>
          </a:stretch>
        </p:blipFill>
        <p:spPr>
          <a:xfrm>
            <a:off x="1079653" y="2819338"/>
            <a:ext cx="3477588" cy="2173493"/>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1122680" y="488315"/>
            <a:ext cx="357505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All-direction forklift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376680" y="1054735"/>
            <a:ext cx="3180715" cy="146367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L3500*W1100*H2433 (mm) Drive type: MacNam wheel drive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 Load-bearing method: Front fork lift Working mode: 24-hour operation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828540" y="3014980"/>
            <a:ext cx="3078480" cy="182880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1500kg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guidance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1500mm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≤4</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717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416" y="915566"/>
            <a:ext cx="3466172" cy="374072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5971" y="965840"/>
            <a:ext cx="4104456" cy="3690562"/>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2" name="矩形 11"/>
          <p:cNvSpPr/>
          <p:nvPr/>
        </p:nvSpPr>
        <p:spPr>
          <a:xfrm>
            <a:off x="1214120" y="1005205"/>
            <a:ext cx="3344545" cy="1727835"/>
          </a:xfrm>
          <a:prstGeom prst="rect">
            <a:avLst/>
          </a:prstGeom>
          <a:noFill/>
          <a:ln w="12700" cap="sq"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custDataLst>
              <p:tags r:id="rId6"/>
            </p:custDataLst>
          </p:nvPr>
        </p:nvSpPr>
        <p:spPr>
          <a:xfrm>
            <a:off x="4625340" y="3045714"/>
            <a:ext cx="3309446" cy="1870173"/>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7" name="图片 6" descr="E:/官网资料/独立准/网站素材/21184549.jpg21184549"/>
          <p:cNvPicPr>
            <a:picLocks noChangeAspect="1"/>
          </p:cNvPicPr>
          <p:nvPr/>
        </p:nvPicPr>
        <p:blipFill>
          <a:blip r:embed="rId7"/>
          <a:srcRect t="18756" b="18756"/>
          <a:stretch>
            <a:fillRect/>
          </a:stretch>
        </p:blipFill>
        <p:spPr>
          <a:xfrm>
            <a:off x="4610299" y="915963"/>
            <a:ext cx="3366650" cy="2104156"/>
          </a:xfrm>
          <a:prstGeom prst="rect">
            <a:avLst/>
          </a:prstGeom>
          <a:ln>
            <a:noFill/>
          </a:ln>
          <a:effectLst>
            <a:softEdge rad="112500"/>
          </a:effectLst>
        </p:spPr>
      </p:pic>
      <p:pic>
        <p:nvPicPr>
          <p:cNvPr id="10" name="图片 9" descr="E:/官网资料/独立准/网站素材/21184414.jpg21184414"/>
          <p:cNvPicPr>
            <a:picLocks noChangeAspect="1"/>
          </p:cNvPicPr>
          <p:nvPr/>
        </p:nvPicPr>
        <p:blipFill>
          <a:blip r:embed="rId8"/>
          <a:srcRect t="18758" b="18758"/>
          <a:stretch>
            <a:fillRect/>
          </a:stretch>
        </p:blipFill>
        <p:spPr>
          <a:xfrm>
            <a:off x="1147598" y="2819338"/>
            <a:ext cx="3477588" cy="2173493"/>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970915" y="616585"/>
            <a:ext cx="3896995"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200" b="1" dirty="0">
                <a:solidFill>
                  <a:srgbClr val="F8DBCB"/>
                </a:solidFill>
                <a:latin typeface="微软雅黑" panose="020B0503020204020204" pitchFamily="34" charset="-122"/>
                <a:ea typeface="微软雅黑" panose="020B0503020204020204" pitchFamily="34" charset="-122"/>
                <a:sym typeface="+mn-ea"/>
              </a:rPr>
              <a:t>omnidirectional lifting AGV</a:t>
            </a:r>
            <a:endParaRPr lang="en-US" altLang="zh-CN" sz="2200" b="1" dirty="0">
              <a:solidFill>
                <a:srgbClr val="F8DBCB"/>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365885" y="1205230"/>
            <a:ext cx="3128645" cy="125031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L3500*W1100*H2433 (mm) Drive: Dual differential drive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Load-bearing: Front fork lift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Operating: 24/7</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4819650" y="3130550"/>
            <a:ext cx="3115310" cy="170942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1500kg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method: Laser guidance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1500mm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 Inclination tolerance: ≤4</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 name="圖片 1"/>
          <p:cNvPicPr>
            <a:picLocks noChangeAspect="1"/>
          </p:cNvPicPr>
          <p:nvPr/>
        </p:nvPicPr>
        <p:blipFill>
          <a:blip r:embed="rId6"/>
          <a:stretch>
            <a:fillRect/>
          </a:stretch>
        </p:blipFill>
        <p:spPr>
          <a:xfrm>
            <a:off x="-20320" y="1131570"/>
            <a:ext cx="4089400" cy="3100705"/>
          </a:xfrm>
          <a:prstGeom prst="rect">
            <a:avLst/>
          </a:prstGeom>
          <a:effectLst>
            <a:softEdge rad="127000"/>
          </a:effectLst>
        </p:spPr>
      </p:pic>
      <p:pic>
        <p:nvPicPr>
          <p:cNvPr id="4" name="圖片 3"/>
          <p:cNvPicPr>
            <a:picLocks noChangeAspect="1"/>
          </p:cNvPicPr>
          <p:nvPr/>
        </p:nvPicPr>
        <p:blipFill>
          <a:blip r:embed="rId7"/>
          <a:stretch>
            <a:fillRect/>
          </a:stretch>
        </p:blipFill>
        <p:spPr>
          <a:xfrm>
            <a:off x="3996055" y="1131570"/>
            <a:ext cx="4921885" cy="3162935"/>
          </a:xfrm>
          <a:prstGeom prst="rect">
            <a:avLst/>
          </a:prstGeom>
          <a:effectLst>
            <a:softEdge rad="127000"/>
          </a:effectLst>
        </p:spPr>
      </p:pic>
      <p:sp>
        <p:nvSpPr>
          <p:cNvPr id="7" name="文本框 6"/>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4"/>
            </p:custDataLst>
          </p:nvPr>
        </p:nvSpPr>
        <p:spPr>
          <a:xfrm>
            <a:off x="649605" y="3148330"/>
            <a:ext cx="2924810" cy="1711325"/>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10" name="图片 9" descr="1-2104051Q547"/>
          <p:cNvPicPr>
            <a:picLocks noChangeAspect="1"/>
          </p:cNvPicPr>
          <p:nvPr/>
        </p:nvPicPr>
        <p:blipFill>
          <a:blip r:embed="rId5"/>
          <a:stretch>
            <a:fillRect/>
          </a:stretch>
        </p:blipFill>
        <p:spPr>
          <a:xfrm>
            <a:off x="3780155" y="988060"/>
            <a:ext cx="4789170" cy="3800475"/>
          </a:xfrm>
          <a:prstGeom prst="rect">
            <a:avLst/>
          </a:prstGeom>
          <a:effectLst>
            <a:softEdge rad="127000"/>
          </a:effectLst>
        </p:spPr>
      </p:pic>
      <p:pic>
        <p:nvPicPr>
          <p:cNvPr id="4" name="图片 3" descr="20211215140928627 (1)"/>
          <p:cNvPicPr>
            <a:picLocks noChangeAspect="1"/>
          </p:cNvPicPr>
          <p:nvPr/>
        </p:nvPicPr>
        <p:blipFill>
          <a:blip r:embed="rId6"/>
          <a:stretch>
            <a:fillRect/>
          </a:stretch>
        </p:blipFill>
        <p:spPr>
          <a:xfrm>
            <a:off x="571500" y="701675"/>
            <a:ext cx="3086100" cy="2459355"/>
          </a:xfrm>
          <a:prstGeom prst="rect">
            <a:avLst/>
          </a:prstGeom>
          <a:ln>
            <a:solidFill>
              <a:schemeClr val="accent1"/>
            </a:solidFill>
          </a:ln>
          <a:effectLst>
            <a:softEdge rad="127000"/>
          </a:effectLst>
        </p:spPr>
      </p:pic>
      <p:pic>
        <p:nvPicPr>
          <p:cNvPr id="3" name="图片 2" descr="logo1"/>
          <p:cNvPicPr>
            <a:picLocks noChangeAspect="1"/>
          </p:cNvPicPr>
          <p:nvPr>
            <p:custDataLst>
              <p:tags r:id="rId7"/>
            </p:custDataLst>
          </p:nvPr>
        </p:nvPicPr>
        <p:blipFill>
          <a:blip r:embed="rId8"/>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7" name="文本框 6"/>
          <p:cNvSpPr txBox="1"/>
          <p:nvPr/>
        </p:nvSpPr>
        <p:spPr>
          <a:xfrm>
            <a:off x="899795" y="3316605"/>
            <a:ext cx="2564765" cy="140843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1000kg-2000kg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Guidance method: RFID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0-50m/min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DC48V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≤0</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13842"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矩形 12"/>
          <p:cNvSpPr/>
          <p:nvPr>
            <p:custDataLst>
              <p:tags r:id="rId6"/>
            </p:custDataLst>
          </p:nvPr>
        </p:nvSpPr>
        <p:spPr>
          <a:xfrm>
            <a:off x="1048332" y="1057640"/>
            <a:ext cx="3309446" cy="3522908"/>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11" name="图片 10"/>
          <p:cNvPicPr>
            <a:picLocks noChangeAspect="1"/>
          </p:cNvPicPr>
          <p:nvPr>
            <p:custDataLst>
              <p:tags r:id="rId7"/>
            </p:custDataLst>
          </p:nvPr>
        </p:nvPicPr>
        <p:blipFill>
          <a:blip r:embed="rId8"/>
          <a:stretch>
            <a:fillRect/>
          </a:stretch>
        </p:blipFill>
        <p:spPr>
          <a:xfrm>
            <a:off x="5003800" y="915670"/>
            <a:ext cx="3077845" cy="3739515"/>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762000" y="589280"/>
            <a:ext cx="434975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400" b="1" dirty="0">
                <a:solidFill>
                  <a:srgbClr val="F8DBCB"/>
                </a:solidFill>
                <a:latin typeface="微软雅黑" panose="020B0503020204020204" pitchFamily="34" charset="-122"/>
                <a:ea typeface="微软雅黑" panose="020B0503020204020204" pitchFamily="34" charset="-122"/>
                <a:sym typeface="+mn-ea"/>
              </a:rPr>
              <a:t>All-direction side fork AGV</a:t>
            </a:r>
            <a:endParaRPr lang="en-US" altLang="zh-CN" sz="2400" b="1" dirty="0">
              <a:solidFill>
                <a:srgbClr val="F8DBCB"/>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153160" y="1106805"/>
            <a:ext cx="3158490" cy="341249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300kg</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L1518*W823*H2480mm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Laser guidance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1-1.5m/min</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Lifting height: 4m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DC24V</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Positioning accuracy: </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10mm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Integrated functions: Side-shift loading, lifting, etc.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Stacking channel width: 975mm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Minimum turning radius: 1130mm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13842"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矩形 12"/>
          <p:cNvSpPr/>
          <p:nvPr>
            <p:custDataLst>
              <p:tags r:id="rId6"/>
            </p:custDataLst>
          </p:nvPr>
        </p:nvSpPr>
        <p:spPr>
          <a:xfrm>
            <a:off x="5004048" y="1065066"/>
            <a:ext cx="3309446" cy="3522908"/>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2" name="矩形 1"/>
          <p:cNvSpPr/>
          <p:nvPr/>
        </p:nvSpPr>
        <p:spPr>
          <a:xfrm>
            <a:off x="1187624" y="1100455"/>
            <a:ext cx="2952328" cy="3415511"/>
          </a:xfrm>
          <a:prstGeom prst="rect">
            <a:avLst/>
          </a:prstGeom>
          <a:solidFill>
            <a:schemeClr val="bg1"/>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bf93136ca85391c7767143f945be7ed"/>
          <p:cNvPicPr>
            <a:picLocks noChangeAspect="1"/>
          </p:cNvPicPr>
          <p:nvPr>
            <p:custDataLst>
              <p:tags r:id="rId7"/>
            </p:custDataLst>
          </p:nvPr>
        </p:nvPicPr>
        <p:blipFill>
          <a:blip r:embed="rId8"/>
          <a:stretch>
            <a:fillRect/>
          </a:stretch>
        </p:blipFill>
        <p:spPr>
          <a:xfrm>
            <a:off x="374650" y="1104265"/>
            <a:ext cx="4502785" cy="3474720"/>
          </a:xfrm>
          <a:prstGeom prst="rect">
            <a:avLst/>
          </a:prstGeom>
        </p:spPr>
      </p:pic>
      <p:sp>
        <p:nvSpPr>
          <p:cNvPr id="4" name="文本框 3"/>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7" name="文本框 6"/>
          <p:cNvSpPr txBox="1"/>
          <p:nvPr>
            <p:custDataLst>
              <p:tags r:id="rId10"/>
            </p:custDataLst>
          </p:nvPr>
        </p:nvSpPr>
        <p:spPr>
          <a:xfrm>
            <a:off x="1086485" y="655320"/>
            <a:ext cx="3667125"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400" b="1" dirty="0">
                <a:solidFill>
                  <a:srgbClr val="F8DBCB"/>
                </a:solidFill>
                <a:latin typeface="微软雅黑" panose="020B0503020204020204" pitchFamily="34" charset="-122"/>
                <a:ea typeface="微软雅黑" panose="020B0503020204020204" pitchFamily="34" charset="-122"/>
                <a:sym typeface="+mn-ea"/>
              </a:rPr>
              <a:t>Stacker Forklift AGV</a:t>
            </a:r>
            <a:endParaRPr lang="en-US" altLang="zh-CN" sz="2400" b="1" dirty="0">
              <a:solidFill>
                <a:srgbClr val="F8DBCB"/>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5076190" y="1262380"/>
            <a:ext cx="3442335" cy="3289300"/>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Load capacity: 2000kg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Dimensions: L1630*W945*H2180mm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Navigation: Laser guidance</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Travel speed: 1-1.3m/min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Maximum lifting height: 3300mm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Power supply: DC24V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Inclination tolerance: ≤2</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 </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Positioning accuracy: </a:t>
            </a:r>
            <a:r>
              <a:rPr lang="en-US" altLang="en-US" sz="1200" b="1" dirty="0">
                <a:solidFill>
                  <a:srgbClr val="F8DBCB"/>
                </a:solidFill>
                <a:latin typeface="微软雅黑" panose="020B0503020204020204" pitchFamily="34" charset="-122"/>
                <a:ea typeface="微软雅黑" panose="020B0503020204020204" pitchFamily="34" charset="-122"/>
                <a:sym typeface="+mn-ea"/>
              </a:rPr>
              <a:t>±</a:t>
            </a:r>
            <a:r>
              <a:rPr lang="en-US" altLang="zh-CN" sz="1200" b="1" dirty="0">
                <a:solidFill>
                  <a:srgbClr val="F8DBCB"/>
                </a:solidFill>
                <a:latin typeface="微软雅黑" panose="020B0503020204020204" pitchFamily="34" charset="-122"/>
                <a:ea typeface="微软雅黑" panose="020B0503020204020204" pitchFamily="34" charset="-122"/>
                <a:sym typeface="+mn-ea"/>
              </a:rPr>
              <a:t>10mm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Integrated functions: Rotation, lateral movement, lifting, etc.</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a:solidFill>
                  <a:srgbClr val="F8DBCB"/>
                </a:solidFill>
                <a:latin typeface="微软雅黑" panose="020B0503020204020204" pitchFamily="34" charset="-122"/>
                <a:ea typeface="微软雅黑" panose="020B0503020204020204" pitchFamily="34" charset="-122"/>
                <a:sym typeface="+mn-ea"/>
              </a:rPr>
              <a:t>Stacking channel width: 1888mm+300mm</a:t>
            </a:r>
            <a:endParaRPr lang="en-US" altLang="zh-CN" sz="1200" b="1" dirty="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12" name="图片 11" descr="4de0123d81ca3b0177426b02222b477"/>
          <p:cNvPicPr>
            <a:picLocks noChangeAspect="1"/>
          </p:cNvPicPr>
          <p:nvPr/>
        </p:nvPicPr>
        <p:blipFill>
          <a:blip r:embed="rId6"/>
          <a:stretch>
            <a:fillRect/>
          </a:stretch>
        </p:blipFill>
        <p:spPr>
          <a:xfrm>
            <a:off x="383591" y="1094104"/>
            <a:ext cx="4081115" cy="3061822"/>
          </a:xfrm>
          <a:prstGeom prst="rect">
            <a:avLst/>
          </a:prstGeom>
          <a:ln>
            <a:noFill/>
          </a:ln>
          <a:effectLst>
            <a:softEdge rad="112500"/>
          </a:effectLst>
        </p:spPr>
      </p:pic>
      <p:pic>
        <p:nvPicPr>
          <p:cNvPr id="2" name="图片 1"/>
          <p:cNvPicPr>
            <a:picLocks noChangeAspect="1"/>
          </p:cNvPicPr>
          <p:nvPr/>
        </p:nvPicPr>
        <p:blipFill>
          <a:blip r:embed="rId7"/>
          <a:stretch>
            <a:fillRect/>
          </a:stretch>
        </p:blipFill>
        <p:spPr>
          <a:xfrm>
            <a:off x="4706382" y="1053280"/>
            <a:ext cx="3814729" cy="3102646"/>
          </a:xfrm>
          <a:prstGeom prst="rect">
            <a:avLst/>
          </a:prstGeom>
          <a:ln>
            <a:noFill/>
          </a:ln>
          <a:effectLst>
            <a:softEdge rad="112500"/>
          </a:effectLst>
        </p:spPr>
      </p:pic>
      <p:sp>
        <p:nvSpPr>
          <p:cNvPr id="4" name="文本框 3"/>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17363"/>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矩形 12"/>
          <p:cNvSpPr/>
          <p:nvPr>
            <p:custDataLst>
              <p:tags r:id="rId6"/>
            </p:custDataLst>
          </p:nvPr>
        </p:nvSpPr>
        <p:spPr>
          <a:xfrm>
            <a:off x="899742" y="1059545"/>
            <a:ext cx="3309446" cy="3522908"/>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12" name="图片 11"/>
          <p:cNvPicPr>
            <a:picLocks noChangeAspect="1"/>
          </p:cNvPicPr>
          <p:nvPr>
            <p:custDataLst>
              <p:tags r:id="rId7"/>
            </p:custDataLst>
          </p:nvPr>
        </p:nvPicPr>
        <p:blipFill>
          <a:blip r:embed="rId8"/>
          <a:stretch>
            <a:fillRect/>
          </a:stretch>
        </p:blipFill>
        <p:spPr>
          <a:xfrm>
            <a:off x="4860290" y="857885"/>
            <a:ext cx="3377565" cy="3845560"/>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611505" y="690880"/>
            <a:ext cx="466852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1800" b="1" dirty="0">
                <a:solidFill>
                  <a:srgbClr val="F8DBCB"/>
                </a:solidFill>
                <a:latin typeface="微软雅黑" panose="020B0503020204020204" pitchFamily="34" charset="-122"/>
                <a:ea typeface="微软雅黑" panose="020B0503020204020204" pitchFamily="34" charset="-122"/>
                <a:sym typeface="+mn-ea"/>
              </a:rPr>
              <a:t>omni-directional flat handling forklift</a:t>
            </a:r>
            <a:endParaRPr lang="en-US" altLang="zh-CN" sz="1800" b="1" dirty="0">
              <a:solidFill>
                <a:srgbClr val="F8DBCB"/>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948055" y="1360170"/>
            <a:ext cx="3382010" cy="299148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Load capacity: 2000kg</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Dimensions: L1620*W945*H1410mm</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Navigation: Laser guidance </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Travel speed: 1-1.5m/min</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Lift height: 205mm | Power supply: DC24V  Inclination tolerance: ≤2</a:t>
            </a:r>
            <a:r>
              <a:rPr lang="en-US" altLang="en-US" sz="1200" b="1" dirty="0" smtClean="0">
                <a:solidFill>
                  <a:srgbClr val="F8DBCB"/>
                </a:solidFill>
                <a:latin typeface="微软雅黑" panose="020B0503020204020204" pitchFamily="34" charset="-122"/>
                <a:ea typeface="微软雅黑" panose="020B0503020204020204" pitchFamily="34" charset="-122"/>
                <a:sym typeface="+mn-ea"/>
              </a:rPr>
              <a:t>°</a:t>
            </a: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 </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Positioning accuracy: </a:t>
            </a:r>
            <a:r>
              <a:rPr lang="en-US" altLang="en-US" sz="1200" b="1" dirty="0" smtClean="0">
                <a:solidFill>
                  <a:srgbClr val="F8DBCB"/>
                </a:solidFill>
                <a:latin typeface="微软雅黑" panose="020B0503020204020204" pitchFamily="34" charset="-122"/>
                <a:ea typeface="微软雅黑" panose="020B0503020204020204" pitchFamily="34" charset="-122"/>
                <a:sym typeface="+mn-ea"/>
              </a:rPr>
              <a:t>±</a:t>
            </a: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10mm</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Integrated functions: Side-shift loading, lifting, etc.</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Stacking channel width: 1825mm+300mm</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10" name="图片 9" descr="ac42eeb8d71634860bb85a7fc05b8ea"/>
          <p:cNvPicPr>
            <a:picLocks noChangeAspect="1"/>
          </p:cNvPicPr>
          <p:nvPr/>
        </p:nvPicPr>
        <p:blipFill>
          <a:blip r:embed="rId6"/>
          <a:stretch>
            <a:fillRect/>
          </a:stretch>
        </p:blipFill>
        <p:spPr>
          <a:xfrm>
            <a:off x="1187500" y="843915"/>
            <a:ext cx="2969781" cy="3960841"/>
          </a:xfrm>
          <a:prstGeom prst="rect">
            <a:avLst/>
          </a:prstGeom>
          <a:ln>
            <a:noFill/>
          </a:ln>
          <a:effectLst>
            <a:softEdge rad="112500"/>
          </a:effectLst>
        </p:spPr>
      </p:pic>
      <p:pic>
        <p:nvPicPr>
          <p:cNvPr id="11" name="图片 10" descr="f3b5f50fbc69e6e9340defbd1ee5f8e"/>
          <p:cNvPicPr>
            <a:picLocks noChangeAspect="1"/>
          </p:cNvPicPr>
          <p:nvPr/>
        </p:nvPicPr>
        <p:blipFill>
          <a:blip r:embed="rId7"/>
          <a:stretch>
            <a:fillRect/>
          </a:stretch>
        </p:blipFill>
        <p:spPr>
          <a:xfrm>
            <a:off x="4788217" y="843900"/>
            <a:ext cx="2998366" cy="3998962"/>
          </a:xfrm>
          <a:prstGeom prst="rect">
            <a:avLst/>
          </a:prstGeom>
          <a:ln>
            <a:noFill/>
          </a:ln>
          <a:effectLst>
            <a:softEdge rad="112500"/>
          </a:effec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17363"/>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13" name="矩形 12"/>
          <p:cNvSpPr/>
          <p:nvPr>
            <p:custDataLst>
              <p:tags r:id="rId6"/>
            </p:custDataLst>
          </p:nvPr>
        </p:nvSpPr>
        <p:spPr>
          <a:xfrm>
            <a:off x="899742" y="1100185"/>
            <a:ext cx="3309446" cy="3522908"/>
          </a:xfrm>
          <a:prstGeom prst="rect">
            <a:avLst/>
          </a:prstGeom>
          <a:noFill/>
          <a:ln w="12700" cmpd="sng">
            <a:solidFill>
              <a:schemeClr val="bg1">
                <a:lumMod val="8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pic>
        <p:nvPicPr>
          <p:cNvPr id="12" name="图片 11"/>
          <p:cNvPicPr>
            <a:picLocks noChangeAspect="1"/>
          </p:cNvPicPr>
          <p:nvPr>
            <p:custDataLst>
              <p:tags r:id="rId7"/>
            </p:custDataLst>
          </p:nvPr>
        </p:nvPicPr>
        <p:blipFill>
          <a:blip r:embed="rId8"/>
          <a:stretch>
            <a:fillRect/>
          </a:stretch>
        </p:blipFill>
        <p:spPr>
          <a:xfrm>
            <a:off x="4500245" y="1059815"/>
            <a:ext cx="4315460" cy="3523615"/>
          </a:xfrm>
          <a:prstGeom prst="rect">
            <a:avLst/>
          </a:prstGeom>
          <a:ln>
            <a:noFill/>
          </a:ln>
          <a:effectLst>
            <a:softEdge rad="112500"/>
          </a:effectLst>
        </p:spPr>
      </p:pic>
      <p:sp>
        <p:nvSpPr>
          <p:cNvPr id="2" name="文本框 1"/>
          <p:cNvSpPr txBox="1"/>
          <p:nvPr>
            <p:custDataLst>
              <p:tags r:id="rId9"/>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
        <p:nvSpPr>
          <p:cNvPr id="4" name="文本框 3"/>
          <p:cNvSpPr txBox="1"/>
          <p:nvPr>
            <p:custDataLst>
              <p:tags r:id="rId10"/>
            </p:custDataLst>
          </p:nvPr>
        </p:nvSpPr>
        <p:spPr>
          <a:xfrm>
            <a:off x="669290" y="628015"/>
            <a:ext cx="4163060" cy="409575"/>
          </a:xfrm>
          <a:prstGeom prst="rect">
            <a:avLst/>
          </a:prstGeom>
          <a:noFill/>
          <a:effectLst>
            <a:outerShdw blurRad="50800" dist="38100" dir="2700000" algn="tl" rotWithShape="0">
              <a:prstClr val="black">
                <a:alpha val="40000"/>
              </a:prstClr>
            </a:outerShdw>
          </a:effectLst>
          <a:scene3d>
            <a:camera prst="orthographicFront"/>
            <a:lightRig rig="threePt" dir="t"/>
          </a:scene3d>
          <a:sp3d prstMaterial="matte"/>
        </p:spPr>
        <p:txBody>
          <a:bodyPr wrap="square" lIns="0" tIns="0" rIns="0" bIns="0" rtlCol="0">
            <a:noAutofit/>
          </a:bodyPr>
          <a:lstStyle/>
          <a:p>
            <a:pPr marL="0" indent="0" eaLnBrk="1" latinLnBrk="0" hangingPunct="1">
              <a:lnSpc>
                <a:spcPct val="100000"/>
              </a:lnSpc>
            </a:pPr>
            <a:r>
              <a:rPr lang="en-US" altLang="zh-CN" sz="2400" b="1" dirty="0">
                <a:solidFill>
                  <a:srgbClr val="F8DBCB"/>
                </a:solidFill>
                <a:latin typeface="微软雅黑" panose="020B0503020204020204" pitchFamily="34" charset="-122"/>
                <a:ea typeface="微软雅黑" panose="020B0503020204020204" pitchFamily="34" charset="-122"/>
                <a:sym typeface="+mn-ea"/>
              </a:rPr>
              <a:t>counterbalanced lift truck </a:t>
            </a:r>
            <a:endParaRPr lang="en-US" altLang="zh-CN" sz="2400" b="1" dirty="0">
              <a:solidFill>
                <a:srgbClr val="F8DBCB"/>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115695" y="1356360"/>
            <a:ext cx="2957195" cy="3015615"/>
          </a:xfrm>
          <a:prstGeom prst="rect">
            <a:avLst/>
          </a:prstGeom>
          <a:no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Load capacity: 1000-2000kg</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Dimensions: L2767*W1180mm Navigation: Laser guidance</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Travel speed: 1-1.5m/min</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Maximum lifting height: 2000mm Power supply: DC24V</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Inclination tolerance: ≤2</a:t>
            </a:r>
            <a:r>
              <a:rPr lang="en-US" altLang="en-US" sz="1200" b="1" dirty="0" smtClean="0">
                <a:solidFill>
                  <a:srgbClr val="F8DBCB"/>
                </a:solidFill>
                <a:latin typeface="微软雅黑" panose="020B0503020204020204" pitchFamily="34" charset="-122"/>
                <a:ea typeface="微软雅黑" panose="020B0503020204020204" pitchFamily="34" charset="-122"/>
                <a:sym typeface="+mn-ea"/>
              </a:rPr>
              <a:t>°</a:t>
            </a:r>
            <a:endParaRPr lang="en-US" altLang="en-US"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Positioning accuracy: </a:t>
            </a:r>
            <a:r>
              <a:rPr lang="en-US" altLang="en-US" sz="1200" b="1" dirty="0" smtClean="0">
                <a:solidFill>
                  <a:srgbClr val="F8DBCB"/>
                </a:solidFill>
                <a:latin typeface="微软雅黑" panose="020B0503020204020204" pitchFamily="34" charset="-122"/>
                <a:ea typeface="微软雅黑" panose="020B0503020204020204" pitchFamily="34" charset="-122"/>
                <a:sym typeface="+mn-ea"/>
              </a:rPr>
              <a:t>±</a:t>
            </a: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10mm</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Composite function: Lifting</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a:p>
            <a:pPr>
              <a:lnSpc>
                <a:spcPct val="150000"/>
              </a:lnSpc>
            </a:pPr>
            <a:r>
              <a:rPr lang="en-US" altLang="zh-CN" sz="1200" b="1" dirty="0" smtClean="0">
                <a:solidFill>
                  <a:srgbClr val="F8DBCB"/>
                </a:solidFill>
                <a:latin typeface="微软雅黑" panose="020B0503020204020204" pitchFamily="34" charset="-122"/>
                <a:ea typeface="微软雅黑" panose="020B0503020204020204" pitchFamily="34" charset="-122"/>
                <a:sym typeface="+mn-ea"/>
              </a:rPr>
              <a:t>Stacker aisle width: 2850mm+300mm</a:t>
            </a:r>
            <a:endParaRPr lang="en-US" altLang="zh-CN" sz="1200" b="1" dirty="0" smtClean="0">
              <a:solidFill>
                <a:srgbClr val="F8DBCB"/>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2075" y="0"/>
            <a:ext cx="9236075"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10" name="图片 9"/>
          <p:cNvPicPr>
            <a:picLocks noChangeAspect="1"/>
          </p:cNvPicPr>
          <p:nvPr/>
        </p:nvPicPr>
        <p:blipFill>
          <a:blip r:embed="rId6"/>
          <a:stretch>
            <a:fillRect/>
          </a:stretch>
        </p:blipFill>
        <p:spPr>
          <a:xfrm>
            <a:off x="395605" y="1275802"/>
            <a:ext cx="4067502" cy="2824654"/>
          </a:xfrm>
          <a:prstGeom prst="rect">
            <a:avLst/>
          </a:prstGeom>
          <a:ln>
            <a:noFill/>
          </a:ln>
          <a:effectLst>
            <a:softEdge rad="112500"/>
          </a:effectLst>
        </p:spPr>
      </p:pic>
      <p:pic>
        <p:nvPicPr>
          <p:cNvPr id="11" name="图片 10"/>
          <p:cNvPicPr>
            <a:picLocks noChangeAspect="1"/>
          </p:cNvPicPr>
          <p:nvPr/>
        </p:nvPicPr>
        <p:blipFill>
          <a:blip r:embed="rId7"/>
          <a:stretch>
            <a:fillRect/>
          </a:stretch>
        </p:blipFill>
        <p:spPr>
          <a:xfrm>
            <a:off x="4643879" y="1347888"/>
            <a:ext cx="3976503" cy="2796338"/>
          </a:xfrm>
          <a:prstGeom prst="rect">
            <a:avLst/>
          </a:prstGeom>
          <a:ln>
            <a:noFill/>
          </a:ln>
          <a:effectLst>
            <a:softEdge rad="112500"/>
          </a:effectLst>
        </p:spPr>
      </p:pic>
      <p:sp>
        <p:nvSpPr>
          <p:cNvPr id="2" name="文本框 1"/>
          <p:cNvSpPr txBox="1"/>
          <p:nvPr>
            <p:custDataLst>
              <p:tags r:id="rId8"/>
            </p:custDataLst>
          </p:nvPr>
        </p:nvSpPr>
        <p:spPr>
          <a:xfrm>
            <a:off x="6070600" y="156210"/>
            <a:ext cx="2839720" cy="682625"/>
          </a:xfrm>
          <a:prstGeom prst="rect">
            <a:avLst/>
          </a:prstGeom>
          <a:noFill/>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Products</a:t>
            </a:r>
            <a:endParaRPr lang="en-US" altLang="zh-CN" dirty="0">
              <a:solidFill>
                <a:srgbClr val="F8DBCB"/>
              </a:solidFill>
              <a:effectLst>
                <a:outerShdw blurRad="50800" dist="127000" dir="2700000" algn="tl" rotWithShape="0">
                  <a:prstClr val="black">
                    <a:alpha val="40000"/>
                  </a:prstClr>
                </a:outerShdw>
              </a:effectLst>
            </a:endParaRPr>
          </a:p>
          <a:p>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0" y="0"/>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sp>
        <p:nvSpPr>
          <p:cNvPr id="23" name="文本框 22"/>
          <p:cNvSpPr txBox="1"/>
          <p:nvPr>
            <p:custDataLst>
              <p:tags r:id="rId6"/>
            </p:custDataLst>
          </p:nvPr>
        </p:nvSpPr>
        <p:spPr>
          <a:xfrm>
            <a:off x="5301615" y="156210"/>
            <a:ext cx="3608705"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Achievements</a:t>
            </a:r>
            <a:endParaRPr lang="en-US" altLang="zh-CN" dirty="0">
              <a:solidFill>
                <a:srgbClr val="F8DBCB"/>
              </a:solidFill>
              <a:effectLst>
                <a:outerShdw blurRad="50800" dist="127000" dir="2700000" algn="tl" rotWithShape="0">
                  <a:prstClr val="black">
                    <a:alpha val="40000"/>
                  </a:prstClr>
                </a:outerShdw>
              </a:effectLst>
            </a:endParaRPr>
          </a:p>
        </p:txBody>
      </p:sp>
      <p:pic>
        <p:nvPicPr>
          <p:cNvPr id="8" name="图片 7" descr="专利1"/>
          <p:cNvPicPr>
            <a:picLocks noChangeAspect="1"/>
          </p:cNvPicPr>
          <p:nvPr/>
        </p:nvPicPr>
        <p:blipFill>
          <a:blip r:embed="rId7" cstate="print"/>
          <a:stretch>
            <a:fillRect/>
          </a:stretch>
        </p:blipFill>
        <p:spPr>
          <a:xfrm>
            <a:off x="-48421" y="452120"/>
            <a:ext cx="9240841" cy="47525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0" y="0"/>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 name="图片 1" descr="微信图片_20240420115835 (1)"/>
          <p:cNvPicPr>
            <a:picLocks noChangeAspect="1"/>
          </p:cNvPicPr>
          <p:nvPr/>
        </p:nvPicPr>
        <p:blipFill>
          <a:blip r:embed="rId6"/>
          <a:stretch>
            <a:fillRect/>
          </a:stretch>
        </p:blipFill>
        <p:spPr>
          <a:xfrm>
            <a:off x="179705" y="771525"/>
            <a:ext cx="8863965" cy="4014470"/>
          </a:xfrm>
          <a:prstGeom prst="rect">
            <a:avLst/>
          </a:prstGeom>
          <a:effectLst>
            <a:softEdge rad="127000"/>
          </a:effectLst>
        </p:spPr>
      </p:pic>
      <p:sp>
        <p:nvSpPr>
          <p:cNvPr id="4" name="文本框 3"/>
          <p:cNvSpPr txBox="1"/>
          <p:nvPr>
            <p:custDataLst>
              <p:tags r:id="rId7"/>
            </p:custDataLst>
          </p:nvPr>
        </p:nvSpPr>
        <p:spPr>
          <a:xfrm>
            <a:off x="5301615" y="156210"/>
            <a:ext cx="3608705"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Achievements</a:t>
            </a:r>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0" y="0"/>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40" y="771550"/>
            <a:ext cx="6353158" cy="4176464"/>
          </a:xfrm>
          <a:prstGeom prst="rect">
            <a:avLst/>
          </a:prstGeom>
          <a:noFill/>
          <a:ln>
            <a:noFill/>
          </a:ln>
          <a:effectLst>
            <a:softEdge rad="63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custDataLst>
              <p:tags r:id="rId7"/>
            </p:custDataLst>
          </p:nvPr>
        </p:nvSpPr>
        <p:spPr>
          <a:xfrm>
            <a:off x="5301615" y="156210"/>
            <a:ext cx="3608705"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Achievements</a:t>
            </a:r>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0" y="0"/>
            <a:ext cx="9144000" cy="5146675"/>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1265555" y="349250"/>
            <a:ext cx="7884795" cy="102870"/>
          </a:xfrm>
          <a:prstGeom prst="rect">
            <a:avLst/>
          </a:prstGeom>
          <a:gradFill>
            <a:gsLst>
              <a:gs pos="0">
                <a:srgbClr val="FBFB11">
                  <a:alpha val="70000"/>
                  <a:lumMod val="48000"/>
                  <a:lumOff val="52000"/>
                </a:srgbClr>
              </a:gs>
              <a:gs pos="100000">
                <a:srgbClr val="838309"/>
              </a:gs>
            </a:gsLst>
            <a:lin ang="660000" scaled="0"/>
          </a:gradFill>
          <a:ln>
            <a:noFill/>
          </a:ln>
          <a:effectLst>
            <a:outerShdw blurRad="889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0" y="361315"/>
            <a:ext cx="374650" cy="113665"/>
          </a:xfrm>
          <a:prstGeom prst="rect">
            <a:avLst/>
          </a:prstGeom>
          <a:gradFill>
            <a:gsLst>
              <a:gs pos="0">
                <a:srgbClr val="FBFB11">
                  <a:alpha val="70000"/>
                  <a:lumMod val="34000"/>
                  <a:lumOff val="66000"/>
                </a:srgbClr>
              </a:gs>
              <a:gs pos="100000">
                <a:srgbClr val="838309"/>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logo1"/>
          <p:cNvPicPr>
            <a:picLocks noChangeAspect="1"/>
          </p:cNvPicPr>
          <p:nvPr>
            <p:custDataLst>
              <p:tags r:id="rId4"/>
            </p:custDataLst>
          </p:nvPr>
        </p:nvPicPr>
        <p:blipFill>
          <a:blip r:embed="rId5"/>
          <a:stretch>
            <a:fillRect/>
          </a:stretch>
        </p:blipFill>
        <p:spPr>
          <a:xfrm>
            <a:off x="107950" y="-320040"/>
            <a:ext cx="1467485" cy="1420495"/>
          </a:xfrm>
          <a:prstGeom prst="rect">
            <a:avLst/>
          </a:prstGeom>
          <a:effectLst>
            <a:outerShdw blurRad="50800" dist="63500" dir="2700000" algn="tl" rotWithShape="0">
              <a:prstClr val="black">
                <a:alpha val="36000"/>
              </a:prstClr>
            </a:outerShdw>
          </a:effectLst>
        </p:spPr>
      </p:pic>
      <p:pic>
        <p:nvPicPr>
          <p:cNvPr id="2" name="图片 1" descr="j1894oSRWjumrtzBvqzA"/>
          <p:cNvPicPr>
            <a:picLocks noChangeAspect="1"/>
          </p:cNvPicPr>
          <p:nvPr/>
        </p:nvPicPr>
        <p:blipFill>
          <a:blip r:embed="rId6"/>
          <a:stretch>
            <a:fillRect/>
          </a:stretch>
        </p:blipFill>
        <p:spPr>
          <a:xfrm>
            <a:off x="1045210" y="628015"/>
            <a:ext cx="3632200" cy="4302125"/>
          </a:xfrm>
          <a:prstGeom prst="rect">
            <a:avLst/>
          </a:prstGeom>
          <a:effectLst>
            <a:softEdge rad="63500"/>
          </a:effectLst>
        </p:spPr>
      </p:pic>
      <p:pic>
        <p:nvPicPr>
          <p:cNvPr id="4" name="图片 3" descr="6406f2df33a7e6c9deae25f6a7b12978"/>
          <p:cNvPicPr>
            <a:picLocks noChangeAspect="1"/>
          </p:cNvPicPr>
          <p:nvPr/>
        </p:nvPicPr>
        <p:blipFill>
          <a:blip r:embed="rId7"/>
          <a:stretch>
            <a:fillRect/>
          </a:stretch>
        </p:blipFill>
        <p:spPr>
          <a:xfrm>
            <a:off x="4932045" y="628015"/>
            <a:ext cx="3057525" cy="4302760"/>
          </a:xfrm>
          <a:prstGeom prst="rect">
            <a:avLst/>
          </a:prstGeom>
          <a:effectLst>
            <a:softEdge rad="63500"/>
          </a:effectLst>
        </p:spPr>
      </p:pic>
      <p:sp>
        <p:nvSpPr>
          <p:cNvPr id="7" name="文本框 6"/>
          <p:cNvSpPr txBox="1"/>
          <p:nvPr>
            <p:custDataLst>
              <p:tags r:id="rId8"/>
            </p:custDataLst>
          </p:nvPr>
        </p:nvSpPr>
        <p:spPr>
          <a:xfrm>
            <a:off x="5301615" y="156210"/>
            <a:ext cx="3608705" cy="46037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2400" b="1" i="0" u="none" strike="noStrike" cap="none" spc="0" normalizeH="0" baseline="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defRPr>
            </a:lvl1pPr>
          </a:lstStyle>
          <a:p>
            <a:r>
              <a:rPr lang="en-US" altLang="zh-CN" dirty="0">
                <a:solidFill>
                  <a:srgbClr val="F8DBCB"/>
                </a:solidFill>
                <a:effectLst>
                  <a:outerShdw blurRad="50800" dist="127000" dir="2700000" algn="tl" rotWithShape="0">
                    <a:prstClr val="black">
                      <a:alpha val="40000"/>
                    </a:prstClr>
                  </a:outerShdw>
                </a:effectLst>
              </a:rPr>
              <a:t>Our Achievements</a:t>
            </a:r>
            <a:endParaRPr lang="en-US" altLang="zh-CN" dirty="0">
              <a:solidFill>
                <a:srgbClr val="F8DBCB"/>
              </a:solidFill>
              <a:effectLst>
                <a:outerShdw blurRad="50800" dist="127000" dir="2700000" algn="tl" rotWithShape="0">
                  <a:prstClr val="black">
                    <a:alpha val="40000"/>
                  </a:prst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635" y="1964097"/>
            <a:ext cx="9144000" cy="3291830"/>
          </a:xfrm>
          <a:prstGeom prst="rect">
            <a:avLst/>
          </a:prstGeom>
          <a:gradFill>
            <a:gsLst>
              <a:gs pos="2000">
                <a:srgbClr val="F8DBCB"/>
              </a:gs>
              <a:gs pos="100000">
                <a:srgbClr val="EDA076"/>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0" y="8255"/>
            <a:ext cx="9143365" cy="3291840"/>
          </a:xfrm>
          <a:prstGeom prst="rect">
            <a:avLst/>
          </a:prstGeom>
          <a:gradFill>
            <a:gsLst>
              <a:gs pos="100000">
                <a:srgbClr val="FF8000"/>
              </a:gs>
              <a:gs pos="100000">
                <a:srgbClr val="832B2B"/>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8476"/>
            <a:ext cx="9143365" cy="3294392"/>
          </a:xfrm>
          <a:prstGeom prst="rect">
            <a:avLst/>
          </a:prstGeom>
        </p:spPr>
      </p:pic>
      <p:sp>
        <p:nvSpPr>
          <p:cNvPr id="7" name="TextBox 7"/>
          <p:cNvSpPr>
            <a:spLocks noChangeArrowheads="1"/>
          </p:cNvSpPr>
          <p:nvPr/>
        </p:nvSpPr>
        <p:spPr bwMode="auto">
          <a:xfrm>
            <a:off x="2591138" y="3436095"/>
            <a:ext cx="3470275" cy="238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algn="dist">
              <a:defRPr/>
            </a:pPr>
            <a:endParaRPr lang="zh-CN" altLang="en-US" sz="1600" b="1" dirty="0">
              <a:ln w="12700" cmpd="sng">
                <a:noFill/>
                <a:prstDash val="sysDot"/>
              </a:ln>
              <a:solidFill>
                <a:schemeClr val="tx1"/>
              </a:solidFill>
              <a:effectLst/>
              <a:latin typeface="微软雅黑" panose="020B0503020204020204" pitchFamily="34" charset="-122"/>
              <a:ea typeface="微软雅黑" panose="020B0503020204020204" pitchFamily="34" charset="-122"/>
              <a:cs typeface="+mn-ea"/>
              <a:sym typeface="+mn-lt"/>
            </a:endParaRPr>
          </a:p>
        </p:txBody>
      </p:sp>
      <p:pic>
        <p:nvPicPr>
          <p:cNvPr id="10" name="圖片 9"/>
          <p:cNvPicPr>
            <a:picLocks noChangeAspect="1"/>
          </p:cNvPicPr>
          <p:nvPr/>
        </p:nvPicPr>
        <p:blipFill>
          <a:blip r:embed="rId4"/>
          <a:stretch>
            <a:fillRect/>
          </a:stretch>
        </p:blipFill>
        <p:spPr>
          <a:xfrm>
            <a:off x="539115" y="3435985"/>
            <a:ext cx="1729105" cy="1454785"/>
          </a:xfrm>
          <a:prstGeom prst="rect">
            <a:avLst/>
          </a:prstGeom>
          <a:effectLst>
            <a:softEdge rad="127000"/>
          </a:effectLst>
        </p:spPr>
      </p:pic>
      <p:sp>
        <p:nvSpPr>
          <p:cNvPr id="3" name="TextBox 7"/>
          <p:cNvSpPr>
            <a:spLocks noChangeArrowheads="1"/>
          </p:cNvSpPr>
          <p:nvPr/>
        </p:nvSpPr>
        <p:spPr bwMode="auto">
          <a:xfrm>
            <a:off x="2591435" y="3435985"/>
            <a:ext cx="5633085" cy="238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algn="dist">
              <a:defRPr/>
            </a:pPr>
            <a:r>
              <a:rPr lang="en-US" altLang="zh-CN" sz="1600" b="1" dirty="0">
                <a:ln w="12700" cmpd="sng">
                  <a:noFill/>
                  <a:prstDash val="sysDot"/>
                </a:ln>
                <a:solidFill>
                  <a:schemeClr val="tx1"/>
                </a:solidFill>
                <a:effectLst/>
                <a:latin typeface="微软雅黑" panose="020B0503020204020204" pitchFamily="34" charset="-122"/>
                <a:ea typeface="微软雅黑" panose="020B0503020204020204" pitchFamily="34" charset="-122"/>
                <a:cs typeface="+mn-ea"/>
                <a:sym typeface="+mn-lt"/>
              </a:rPr>
              <a:t>Guangzhou Tianyue Automation Technology Co., Ltd.</a:t>
            </a:r>
            <a:endParaRPr lang="en-US" altLang="zh-CN" sz="1600" b="1" dirty="0">
              <a:ln w="12700" cmpd="sng">
                <a:noFill/>
                <a:prstDash val="sysDot"/>
              </a:ln>
              <a:solidFill>
                <a:schemeClr val="tx1"/>
              </a:solidFill>
              <a:effectLst/>
              <a:latin typeface="微软雅黑" panose="020B0503020204020204" pitchFamily="34" charset="-122"/>
              <a:ea typeface="微软雅黑" panose="020B0503020204020204" pitchFamily="34" charset="-122"/>
              <a:cs typeface="+mn-ea"/>
              <a:sym typeface="+mn-lt"/>
            </a:endParaRPr>
          </a:p>
        </p:txBody>
      </p:sp>
      <p:sp>
        <p:nvSpPr>
          <p:cNvPr id="6" name="TextBox 7"/>
          <p:cNvSpPr>
            <a:spLocks noChangeArrowheads="1"/>
          </p:cNvSpPr>
          <p:nvPr/>
        </p:nvSpPr>
        <p:spPr bwMode="auto">
          <a:xfrm>
            <a:off x="2591435" y="3674745"/>
            <a:ext cx="5633085" cy="238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algn="dist">
              <a:defRPr/>
            </a:pPr>
            <a:r>
              <a:rPr lang="en-US" altLang="zh-CN" sz="1600" b="1" dirty="0">
                <a:ln w="12700" cmpd="sng">
                  <a:noFill/>
                  <a:prstDash val="sysDot"/>
                </a:ln>
                <a:solidFill>
                  <a:schemeClr val="tx1"/>
                </a:solidFill>
                <a:effectLst/>
                <a:latin typeface="微软雅黑" panose="020B0503020204020204" pitchFamily="34" charset="-122"/>
                <a:ea typeface="微软雅黑" panose="020B0503020204020204" pitchFamily="34" charset="-122"/>
                <a:cs typeface="+mn-ea"/>
                <a:sym typeface="+mn-lt"/>
              </a:rPr>
              <a:t>Guangzhou Xinyue Zhixing Robot Technology Co., Ltd.</a:t>
            </a:r>
            <a:endParaRPr lang="en-US" altLang="zh-CN" sz="1600" b="1" dirty="0">
              <a:ln w="12700" cmpd="sng">
                <a:noFill/>
                <a:prstDash val="sysDot"/>
              </a:ln>
              <a:solidFill>
                <a:schemeClr val="tx1"/>
              </a:solidFill>
              <a:effectLst/>
              <a:latin typeface="微软雅黑" panose="020B0503020204020204" pitchFamily="34" charset="-122"/>
              <a:ea typeface="微软雅黑" panose="020B0503020204020204" pitchFamily="34" charset="-122"/>
              <a:cs typeface="+mn-ea"/>
              <a:sym typeface="+mn-lt"/>
            </a:endParaRPr>
          </a:p>
        </p:txBody>
      </p:sp>
      <p:sp>
        <p:nvSpPr>
          <p:cNvPr id="9" name="TextBox 7"/>
          <p:cNvSpPr>
            <a:spLocks noChangeArrowheads="1"/>
          </p:cNvSpPr>
          <p:nvPr>
            <p:custDataLst>
              <p:tags r:id="rId5"/>
            </p:custDataLst>
          </p:nvPr>
        </p:nvSpPr>
        <p:spPr bwMode="auto">
          <a:xfrm>
            <a:off x="2591435" y="4011930"/>
            <a:ext cx="6351270" cy="10560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a:defRPr/>
            </a:pPr>
            <a:r>
              <a:rPr lang="en-US" altLang="zh-CN" sz="1800" b="1" dirty="0" smtClean="0">
                <a:solidFill>
                  <a:srgbClr val="36374D"/>
                </a:solidFill>
                <a:latin typeface="微软雅黑" panose="020B0503020204020204" pitchFamily="34" charset="-122"/>
                <a:ea typeface="微软雅黑" panose="020B0503020204020204" pitchFamily="34" charset="-122"/>
                <a:cs typeface="+mn-ea"/>
                <a:sym typeface="+mn-lt"/>
              </a:rPr>
              <a:t>Address:</a:t>
            </a:r>
            <a:r>
              <a:rPr lang="en-US" altLang="zh-CN" sz="1400" dirty="0" smtClean="0">
                <a:solidFill>
                  <a:srgbClr val="36374D"/>
                </a:solidFill>
                <a:latin typeface="微软雅黑" panose="020B0503020204020204" pitchFamily="34" charset="-122"/>
                <a:ea typeface="微软雅黑" panose="020B0503020204020204" pitchFamily="34" charset="-122"/>
                <a:cs typeface="+mn-ea"/>
                <a:sym typeface="+mn-lt"/>
              </a:rPr>
              <a:t> No.2 Daguan Garden Road, Jewelry City, Huadu District, Guangzhou City, Stone Story Jewelry Co., Ltd. self-compiled 7 building, 8 building</a:t>
            </a:r>
            <a:endParaRPr lang="en-US" altLang="zh-CN" sz="1400" dirty="0" smtClean="0">
              <a:solidFill>
                <a:srgbClr val="36374D"/>
              </a:solidFill>
              <a:latin typeface="微软雅黑" panose="020B0503020204020204" pitchFamily="34" charset="-122"/>
              <a:ea typeface="微软雅黑" panose="020B0503020204020204" pitchFamily="34" charset="-122"/>
              <a:cs typeface="+mn-ea"/>
              <a:sym typeface="+mn-lt"/>
            </a:endParaRPr>
          </a:p>
          <a:p>
            <a:pPr>
              <a:defRPr/>
            </a:pPr>
            <a:r>
              <a:rPr lang="en-US" altLang="zh-CN" sz="1800" b="1" dirty="0" smtClean="0">
                <a:solidFill>
                  <a:srgbClr val="36374D"/>
                </a:solidFill>
                <a:latin typeface="微软雅黑" panose="020B0503020204020204" pitchFamily="34" charset="-122"/>
                <a:ea typeface="微软雅黑" panose="020B0503020204020204" pitchFamily="34" charset="-122"/>
                <a:cs typeface="+mn-ea"/>
                <a:sym typeface="+mn-lt"/>
              </a:rPr>
              <a:t>Corporate Website</a:t>
            </a:r>
            <a:r>
              <a:rPr lang="zh-CN" altLang="en-US" sz="1800" b="1" dirty="0" smtClean="0">
                <a:solidFill>
                  <a:srgbClr val="36374D"/>
                </a:solidFill>
                <a:latin typeface="微软雅黑" panose="020B0503020204020204" pitchFamily="34" charset="-122"/>
                <a:ea typeface="微软雅黑" panose="020B0503020204020204" pitchFamily="34" charset="-122"/>
                <a:cs typeface="+mn-ea"/>
                <a:sym typeface="+mn-lt"/>
              </a:rPr>
              <a:t>：</a:t>
            </a:r>
            <a:r>
              <a:rPr lang="en-US" altLang="zh-CN" sz="1800" b="1" dirty="0" smtClean="0">
                <a:solidFill>
                  <a:srgbClr val="36374D"/>
                </a:solidFill>
                <a:latin typeface="微软雅黑" panose="020B0503020204020204" pitchFamily="34" charset="-122"/>
                <a:ea typeface="微软雅黑" panose="020B0503020204020204" pitchFamily="34" charset="-122"/>
                <a:cs typeface="+mn-ea"/>
                <a:sym typeface="+mn-lt"/>
              </a:rPr>
              <a:t>WWW.</a:t>
            </a:r>
            <a:r>
              <a:rPr lang="en-US" altLang="zh-CN" sz="1800" b="1" dirty="0">
                <a:solidFill>
                  <a:srgbClr val="36374D"/>
                </a:solidFill>
                <a:latin typeface="微软雅黑" panose="020B0503020204020204" pitchFamily="34" charset="-122"/>
                <a:ea typeface="微软雅黑" panose="020B0503020204020204" pitchFamily="34" charset="-122"/>
                <a:cs typeface="+mn-ea"/>
                <a:sym typeface="+mn-lt"/>
              </a:rPr>
              <a:t>ROBOTICSAGV.COM</a:t>
            </a:r>
            <a:endParaRPr lang="zh-CN" altLang="en-US" sz="1800" b="1" dirty="0">
              <a:solidFill>
                <a:srgbClr val="36374D"/>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4"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 name="KSO_WM_UNIT_PLACING_PICTURE_USER_VIEWPORT" val="{&quot;height&quot;:2237,&quot;width&quot;:2311}"/>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 name="KSO_WM_UNIT_PLACING_PICTURE_USER_VIEWPORT" val="{&quot;height&quot;:2237,&quot;width&quot;:2311}"/>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 name="KSO_WM_UNIT_PLACING_PICTURE_USER_VIEWPORT" val="{&quot;height&quot;:2237,&quot;width&quot;:2311}"/>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 name="KSO_WM_UNIT_PLACING_PICTURE_USER_VIEWPORT" val="{&quot;height&quot;:2237,&quot;width&quot;:2311}"/>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 name="KSO_WM_UNIT_PLACING_PICTURE_USER_VIEWPORT" val="{&quot;height&quot;:2237,&quot;width&quot;:2311}"/>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 name="KSO_WM_UNIT_PLACING_PICTURE_USER_VIEWPORT" val="{&quot;height&quot;:2237,&quot;width&quot;:2311}"/>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 name="KSO_WM_UNIT_PLACING_PICTURE_USER_VIEWPORT" val="{&quot;height&quot;:2237,&quot;width&quot;:2311}"/>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 name="KSO_WM_UNIT_PLACING_PICTURE_USER_VIEWPORT" val="{&quot;height&quot;:2237,&quot;width&quot;:2311}"/>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 name="KSO_WM_UNIT_PLACING_PICTURE_USER_VIEWPORT" val="{&quot;height&quot;:2237,&quot;width&quot;:231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 name="KSO_WM_UNIT_PLACING_PICTURE_USER_VIEWPORT" val="{&quot;height&quot;:2237,&quot;width&quot;:2311}"/>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 name="KSO_WM_UNIT_PLACING_PICTURE_USER_VIEWPORT" val="{&quot;height&quot;:2237,&quot;width&quot;:2311}"/>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 name="KSO_WM_UNIT_PLACING_PICTURE_USER_VIEWPORT" val="{&quot;height&quot;:2237,&quot;width&quot;:2311}"/>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 name="KSO_WM_UNIT_PLACING_PICTURE_USER_VIEWPORT" val="{&quot;height&quot;:2237,&quot;width&quot;:2311}"/>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 name="KSO_WM_UNIT_PLACING_PICTURE_USER_VIEWPORT" val="{&quot;height&quot;:2237,&quot;width&quot;:2311}"/>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 name="KSO_WM_UNIT_PLACING_PICTURE_USER_VIEWPORT" val="{&quot;height&quot;:2237,&quot;width&quot;:2311}"/>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 name="KSO_WM_UNIT_PLACING_PICTURE_USER_VIEWPORT" val="{&quot;height&quot;:2237,&quot;width&quot;:2311}"/>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 name="KSO_WM_UNIT_PLACING_PICTURE_USER_VIEWPORT" val="{&quot;height&quot;:2237,&quot;width&quot;:2311}"/>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 name="KSO_WM_UNIT_PLACING_PICTURE_USER_VIEWPORT" val="{&quot;height&quot;:2237,&quot;width&quot;:2311}"/>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 name="KSO_WM_UNIT_PLACING_PICTURE_USER_VIEWPORT" val="{&quot;height&quot;:2237,&quot;width&quot;:2311}"/>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 name="KSO_WM_UNIT_PLACING_PICTURE_USER_VIEWPORT" val="{&quot;height&quot;:2237,&quot;width&quot;:2311}"/>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 name="KSO_WM_UNIT_PLACING_PICTURE_USER_VIEWPORT" val="{&quot;height&quot;:2237,&quot;width&quot;:2311}"/>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 name="KSO_WM_UNIT_PLACING_PICTURE_USER_VIEWPORT" val="{&quot;height&quot;:2237,&quot;width&quot;:2311}"/>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 name="KSO_WM_UNIT_PLACING_PICTURE_USER_VIEWPORT" val="{&quot;height&quot;:2237,&quot;width&quot;:2311}"/>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 name="KSO_WM_UNIT_PLACING_PICTURE_USER_VIEWPORT" val="{&quot;height&quot;:2237,&quot;width&quot;:2311}"/>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 name="KSO_WM_UNIT_PLACING_PICTURE_USER_VIEWPORT" val="{&quot;height&quot;:2237,&quot;width&quot;:2311}"/>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 name="KSO_WM_UNIT_PLACING_PICTURE_USER_VIEWPORT" val="{&quot;height&quot;:2237,&quot;width&quot;:2311}"/>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 name="KSO_WM_UNIT_PLACING_PICTURE_USER_VIEWPORT" val="{&quot;height&quot;:2237,&quot;width&quot;:2311}"/>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 name="KSO_WM_UNIT_PLACING_PICTURE_USER_VIEWPORT" val="{&quot;height&quot;:2237,&quot;width&quot;:2311}"/>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 name="KSO_WM_UNIT_PLACING_PICTURE_USER_VIEWPORT" val="{&quot;height&quot;:2237,&quot;width&quot;:2311}"/>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DIAGRAM_VIRTUALLY_FRAME" val="{&quot;height&quot;:358,&quot;left&quot;:24.6,&quot;top&quot;:73.4,&quot;width&quot;:729.6}"/>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 name="KSO_WM_UNIT_PLACING_PICTURE_USER_VIEWPORT" val="{&quot;height&quot;:2237,&quot;width&quot;:2311}"/>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ISPRING_RESOURCE_PATHS_HASH_2" val="9bf32b21c57e606988ab10ec694d2e32676a8b"/>
  <p:tag name="ISPRING_PRESENTATION_TITLE" val="PowerPoint 演示文稿"/>
  <p:tag name="KSO_WPP_MARK_KEY" val="5e29eef2-c1cf-4b3d-8cac-ef7b292f7e80"/>
  <p:tag name="COMMONDATA" val="eyJoZGlkIjoiNzllNmM5NzE0MjE4NjBlNjU5Yjc1MDI2YjQwYzQ0YjMifQ=="/>
  <p:tag name="commondata" val="eyJoZGlkIjoiY2UzYmNkY2M5MTFkYThjYmI1NDAyODMyYzU2Nzk0YWE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第一PPT，www.1ppt.com">
  <a:themeElements>
    <a:clrScheme name="自定义 2">
      <a:dk1>
        <a:srgbClr val="000000"/>
      </a:dk1>
      <a:lt1>
        <a:srgbClr val="FFFFFF"/>
      </a:lt1>
      <a:dk2>
        <a:srgbClr val="FFFFFF"/>
      </a:dk2>
      <a:lt2>
        <a:srgbClr val="FFFFFF"/>
      </a:lt2>
      <a:accent1>
        <a:srgbClr val="0B5F84"/>
      </a:accent1>
      <a:accent2>
        <a:srgbClr val="272F42"/>
      </a:accent2>
      <a:accent3>
        <a:srgbClr val="0B5F84"/>
      </a:accent3>
      <a:accent4>
        <a:srgbClr val="272F42"/>
      </a:accent4>
      <a:accent5>
        <a:srgbClr val="0B5F84"/>
      </a:accent5>
      <a:accent6>
        <a:srgbClr val="272F42"/>
      </a:accent6>
      <a:hlink>
        <a:srgbClr val="2B2B2B"/>
      </a:hlink>
      <a:folHlink>
        <a:srgbClr val="C00000"/>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a:stretch>
        </a:blip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600" b="1" dirty="0" smtClean="0">
            <a:solidFill>
              <a:schemeClr val="accent6"/>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6462</Words>
  <Application>WPS 演示</Application>
  <PresentationFormat>全屏显示(16:9)</PresentationFormat>
  <Paragraphs>294</Paragraphs>
  <Slides>38</Slides>
  <Notes>12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Arial</vt:lpstr>
      <vt:lpstr>宋体</vt:lpstr>
      <vt:lpstr>Wingdings</vt:lpstr>
      <vt:lpstr>Calibri</vt:lpstr>
      <vt:lpstr>微软雅黑</vt:lpstr>
      <vt:lpstr>Arial Unicode MS</vt:lpstr>
      <vt:lpstr>Inter</vt:lpstr>
      <vt:lpstr>Segoe Print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dc:title>
  <dc:creator>第一PPT</dc:creator>
  <cp:keywords>www.1ppt.com</cp:keywords>
  <dc:description>www.1ppt.com</dc:description>
  <cp:lastModifiedBy>sosoliang</cp:lastModifiedBy>
  <cp:revision>1419</cp:revision>
  <dcterms:created xsi:type="dcterms:W3CDTF">2015-04-24T01:01:00Z</dcterms:created>
  <dcterms:modified xsi:type="dcterms:W3CDTF">2025-12-23T06:48:01Z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C03B15738C9340B483804A3C15269521_13</vt:lpwstr>
  </property>
</Properties>
</file>